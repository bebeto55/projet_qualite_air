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26"/>
  </p:notesMasterIdLst>
  <p:sldIdLst>
    <p:sldId id="256" r:id="rId2"/>
    <p:sldId id="257" r:id="rId3"/>
    <p:sldId id="258" r:id="rId4"/>
    <p:sldId id="259" r:id="rId5"/>
    <p:sldId id="260" r:id="rId6"/>
    <p:sldId id="261" r:id="rId7"/>
    <p:sldId id="280" r:id="rId8"/>
    <p:sldId id="262" r:id="rId9"/>
    <p:sldId id="312" r:id="rId10"/>
    <p:sldId id="313" r:id="rId11"/>
    <p:sldId id="314" r:id="rId12"/>
    <p:sldId id="315" r:id="rId13"/>
    <p:sldId id="317" r:id="rId14"/>
    <p:sldId id="316" r:id="rId15"/>
    <p:sldId id="318" r:id="rId16"/>
    <p:sldId id="319" r:id="rId17"/>
    <p:sldId id="320" r:id="rId18"/>
    <p:sldId id="267" r:id="rId19"/>
    <p:sldId id="268" r:id="rId20"/>
    <p:sldId id="276" r:id="rId21"/>
    <p:sldId id="290" r:id="rId22"/>
    <p:sldId id="292" r:id="rId23"/>
    <p:sldId id="321" r:id="rId24"/>
    <p:sldId id="322" r:id="rId25"/>
  </p:sldIdLst>
  <p:sldSz cx="9144000" cy="5143500" type="screen16x9"/>
  <p:notesSz cx="6858000" cy="9144000"/>
  <p:embeddedFontLst>
    <p:embeddedFont>
      <p:font typeface="Bebas Neue" panose="020B0606020202050201" pitchFamily="34" charset="0"/>
      <p:regular r:id="rId27"/>
    </p:embeddedFont>
    <p:embeddedFont>
      <p:font typeface="Hind Madurai" panose="02000000000000000000" pitchFamily="2" charset="0"/>
      <p:regular r:id="rId28"/>
      <p:bold r:id="rId29"/>
    </p:embeddedFont>
    <p:embeddedFont>
      <p:font typeface="Hind Madurai Light" panose="02000000000000000000" pitchFamily="2" charset="0"/>
      <p:regular r:id="rId30"/>
    </p:embeddedFont>
    <p:embeddedFont>
      <p:font typeface="Inter" panose="020B0604020202020204" charset="0"/>
      <p:regular r:id="rId31"/>
      <p:bold r:id="rId32"/>
      <p:italic r:id="rId33"/>
      <p:boldItalic r:id="rId34"/>
    </p:embeddedFont>
    <p:embeddedFont>
      <p:font typeface="Kumbh Sans" panose="020B0604020202020204" charset="0"/>
      <p:regular r:id="rId35"/>
      <p:bold r:id="rId36"/>
    </p:embeddedFont>
    <p:embeddedFont>
      <p:font typeface="Nunito Light" pitchFamily="2"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1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4B21FBA-0968-4574-86DC-08438DDEE07E}">
  <a:tblStyle styleId="{B4B21FBA-0968-4574-86DC-08438DDEE07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2F745E0-F2DC-421A-89DE-318E07A7735E}"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Style à thème 1 - Accentuation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138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a67f74c947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a67f74c947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a:extLst>
            <a:ext uri="{FF2B5EF4-FFF2-40B4-BE49-F238E27FC236}">
              <a16:creationId xmlns:a16="http://schemas.microsoft.com/office/drawing/2014/main" id="{14020C86-735B-AA5A-881E-DE7524C498EC}"/>
            </a:ext>
          </a:extLst>
        </p:cNvPr>
        <p:cNvGrpSpPr/>
        <p:nvPr/>
      </p:nvGrpSpPr>
      <p:grpSpPr>
        <a:xfrm>
          <a:off x="0" y="0"/>
          <a:ext cx="0" cy="0"/>
          <a:chOff x="0" y="0"/>
          <a:chExt cx="0" cy="0"/>
        </a:xfrm>
      </p:grpSpPr>
      <p:sp>
        <p:nvSpPr>
          <p:cNvPr id="368" name="Google Shape;368;g54dda1946d_6_308:notes">
            <a:extLst>
              <a:ext uri="{FF2B5EF4-FFF2-40B4-BE49-F238E27FC236}">
                <a16:creationId xmlns:a16="http://schemas.microsoft.com/office/drawing/2014/main" id="{20E18A95-55F4-55C3-DF9F-3EF5D7DBC0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54dda1946d_6_308:notes">
            <a:extLst>
              <a:ext uri="{FF2B5EF4-FFF2-40B4-BE49-F238E27FC236}">
                <a16:creationId xmlns:a16="http://schemas.microsoft.com/office/drawing/2014/main" id="{49603C5E-01CE-777A-C913-FBD27FA15F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030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a:extLst>
            <a:ext uri="{FF2B5EF4-FFF2-40B4-BE49-F238E27FC236}">
              <a16:creationId xmlns:a16="http://schemas.microsoft.com/office/drawing/2014/main" id="{130A23E4-3738-C142-F50E-EA3F10F9F8B2}"/>
            </a:ext>
          </a:extLst>
        </p:cNvPr>
        <p:cNvGrpSpPr/>
        <p:nvPr/>
      </p:nvGrpSpPr>
      <p:grpSpPr>
        <a:xfrm>
          <a:off x="0" y="0"/>
          <a:ext cx="0" cy="0"/>
          <a:chOff x="0" y="0"/>
          <a:chExt cx="0" cy="0"/>
        </a:xfrm>
      </p:grpSpPr>
      <p:sp>
        <p:nvSpPr>
          <p:cNvPr id="368" name="Google Shape;368;g54dda1946d_6_308:notes">
            <a:extLst>
              <a:ext uri="{FF2B5EF4-FFF2-40B4-BE49-F238E27FC236}">
                <a16:creationId xmlns:a16="http://schemas.microsoft.com/office/drawing/2014/main" id="{9FD413E1-995D-B5BF-B332-E909ECB7F1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54dda1946d_6_308:notes">
            <a:extLst>
              <a:ext uri="{FF2B5EF4-FFF2-40B4-BE49-F238E27FC236}">
                <a16:creationId xmlns:a16="http://schemas.microsoft.com/office/drawing/2014/main" id="{ED148755-8490-652D-CFC5-014EC58A78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7978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 name="Google Shape;646;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9"/>
        <p:cNvGrpSpPr/>
        <p:nvPr/>
      </p:nvGrpSpPr>
      <p:grpSpPr>
        <a:xfrm>
          <a:off x="0" y="0"/>
          <a:ext cx="0" cy="0"/>
          <a:chOff x="0" y="0"/>
          <a:chExt cx="0" cy="0"/>
        </a:xfrm>
      </p:grpSpPr>
      <p:sp>
        <p:nvSpPr>
          <p:cNvPr id="1180" name="Google Shape;1180;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1" name="Google Shape;1181;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2a67f74c947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2a67f74c947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hyperlink" Target="http://bit.ly/2TtBDfr"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yoMsr" TargetMode="External"/><Relationship Id="rId5" Type="http://schemas.openxmlformats.org/officeDocument/2006/relationships/hyperlink" Target="https://bit.ly/3A1uf1Q" TargetMode="External"/><Relationship Id="rId4" Type="http://schemas.openxmlformats.org/officeDocument/2006/relationships/image" Target="../media/image5.png"/><Relationship Id="rId9"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t="474" b="21844"/>
          <a:stretch/>
        </p:blipFill>
        <p:spPr>
          <a:xfrm>
            <a:off x="0" y="0"/>
            <a:ext cx="9144003" cy="5143500"/>
          </a:xfrm>
          <a:prstGeom prst="rect">
            <a:avLst/>
          </a:prstGeom>
          <a:noFill/>
          <a:ln>
            <a:noFill/>
          </a:ln>
        </p:spPr>
      </p:pic>
      <p:grpSp>
        <p:nvGrpSpPr>
          <p:cNvPr id="10" name="Google Shape;10;p2"/>
          <p:cNvGrpSpPr/>
          <p:nvPr/>
        </p:nvGrpSpPr>
        <p:grpSpPr>
          <a:xfrm>
            <a:off x="-532746" y="-355135"/>
            <a:ext cx="10588747" cy="6403332"/>
            <a:chOff x="-532746" y="-355135"/>
            <a:chExt cx="10588747" cy="6403332"/>
          </a:xfrm>
        </p:grpSpPr>
        <p:pic>
          <p:nvPicPr>
            <p:cNvPr id="11" name="Google Shape;11;p2"/>
            <p:cNvPicPr preferRelativeResize="0"/>
            <p:nvPr/>
          </p:nvPicPr>
          <p:blipFill>
            <a:blip r:embed="rId3">
              <a:alphaModFix/>
            </a:blip>
            <a:stretch>
              <a:fillRect/>
            </a:stretch>
          </p:blipFill>
          <p:spPr>
            <a:xfrm rot="1330482">
              <a:off x="-316500" y="4073125"/>
              <a:ext cx="2309200" cy="1598400"/>
            </a:xfrm>
            <a:prstGeom prst="rect">
              <a:avLst/>
            </a:prstGeom>
            <a:noFill/>
            <a:ln>
              <a:noFill/>
            </a:ln>
            <a:effectLst>
              <a:outerShdw blurRad="57150" dist="19050" dir="5400000" algn="bl" rotWithShape="0">
                <a:srgbClr val="000000">
                  <a:alpha val="25000"/>
                </a:srgbClr>
              </a:outerShdw>
            </a:effectLst>
          </p:spPr>
        </p:pic>
        <p:pic>
          <p:nvPicPr>
            <p:cNvPr id="12" name="Google Shape;12;p2"/>
            <p:cNvPicPr preferRelativeResize="0"/>
            <p:nvPr/>
          </p:nvPicPr>
          <p:blipFill>
            <a:blip r:embed="rId4">
              <a:alphaModFix/>
            </a:blip>
            <a:stretch>
              <a:fillRect/>
            </a:stretch>
          </p:blipFill>
          <p:spPr>
            <a:xfrm>
              <a:off x="8105075" y="-355135"/>
              <a:ext cx="1950926" cy="1273950"/>
            </a:xfrm>
            <a:prstGeom prst="rect">
              <a:avLst/>
            </a:prstGeom>
            <a:noFill/>
            <a:ln>
              <a:noFill/>
            </a:ln>
            <a:effectLst>
              <a:outerShdw blurRad="57150" dist="19050" dir="5400000" algn="bl" rotWithShape="0">
                <a:srgbClr val="000000">
                  <a:alpha val="25000"/>
                </a:srgbClr>
              </a:outerShdw>
            </a:effectLst>
          </p:spPr>
        </p:pic>
      </p:grpSp>
      <p:grpSp>
        <p:nvGrpSpPr>
          <p:cNvPr id="13" name="Google Shape;13;p2"/>
          <p:cNvGrpSpPr/>
          <p:nvPr/>
        </p:nvGrpSpPr>
        <p:grpSpPr>
          <a:xfrm>
            <a:off x="-779651" y="-855445"/>
            <a:ext cx="1990421" cy="2420594"/>
            <a:chOff x="-779651" y="-855445"/>
            <a:chExt cx="1990421" cy="2420594"/>
          </a:xfrm>
        </p:grpSpPr>
        <p:pic>
          <p:nvPicPr>
            <p:cNvPr id="14" name="Google Shape;14;p2"/>
            <p:cNvPicPr preferRelativeResize="0"/>
            <p:nvPr/>
          </p:nvPicPr>
          <p:blipFill>
            <a:blip r:embed="rId5">
              <a:alphaModFix/>
            </a:blip>
            <a:stretch>
              <a:fillRect/>
            </a:stretch>
          </p:blipFill>
          <p:spPr>
            <a:xfrm rot="-3837203" flipH="1">
              <a:off x="-522521" y="-163958"/>
              <a:ext cx="1466142" cy="1487715"/>
            </a:xfrm>
            <a:prstGeom prst="rect">
              <a:avLst/>
            </a:prstGeom>
            <a:noFill/>
            <a:ln>
              <a:noFill/>
            </a:ln>
            <a:effectLst>
              <a:outerShdw blurRad="57150" dist="19050" dir="5400000" algn="bl" rotWithShape="0">
                <a:srgbClr val="000000">
                  <a:alpha val="25000"/>
                </a:srgbClr>
              </a:outerShdw>
            </a:effectLst>
          </p:spPr>
        </p:pic>
        <p:pic>
          <p:nvPicPr>
            <p:cNvPr id="15" name="Google Shape;15;p2"/>
            <p:cNvPicPr preferRelativeResize="0"/>
            <p:nvPr/>
          </p:nvPicPr>
          <p:blipFill>
            <a:blip r:embed="rId6">
              <a:alphaModFix/>
            </a:blip>
            <a:stretch>
              <a:fillRect/>
            </a:stretch>
          </p:blipFill>
          <p:spPr>
            <a:xfrm rot="4969662" flipH="1">
              <a:off x="-430310" y="-776360"/>
              <a:ext cx="1538632" cy="1563661"/>
            </a:xfrm>
            <a:prstGeom prst="rect">
              <a:avLst/>
            </a:prstGeom>
            <a:noFill/>
            <a:ln>
              <a:noFill/>
            </a:ln>
            <a:effectLst>
              <a:outerShdw blurRad="57150" dist="19050" dir="5400000" algn="bl" rotWithShape="0">
                <a:srgbClr val="000000">
                  <a:alpha val="25000"/>
                </a:srgbClr>
              </a:outerShdw>
            </a:effectLst>
          </p:spPr>
        </p:pic>
      </p:grpSp>
      <p:sp>
        <p:nvSpPr>
          <p:cNvPr id="16" name="Google Shape;16;p2"/>
          <p:cNvSpPr txBox="1">
            <a:spLocks noGrp="1"/>
          </p:cNvSpPr>
          <p:nvPr>
            <p:ph type="ctrTitle"/>
          </p:nvPr>
        </p:nvSpPr>
        <p:spPr>
          <a:xfrm>
            <a:off x="713225" y="1588926"/>
            <a:ext cx="4026600" cy="1564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9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7" name="Google Shape;17;p2"/>
          <p:cNvSpPr txBox="1">
            <a:spLocks noGrp="1"/>
          </p:cNvSpPr>
          <p:nvPr>
            <p:ph type="subTitle" idx="1"/>
          </p:nvPr>
        </p:nvSpPr>
        <p:spPr>
          <a:xfrm>
            <a:off x="713225" y="3183775"/>
            <a:ext cx="4026600" cy="433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8" name="Google Shape;18;p2"/>
          <p:cNvSpPr>
            <a:spLocks noGrp="1"/>
          </p:cNvSpPr>
          <p:nvPr>
            <p:ph type="pic" idx="2"/>
          </p:nvPr>
        </p:nvSpPr>
        <p:spPr>
          <a:xfrm>
            <a:off x="5071600" y="971025"/>
            <a:ext cx="3201600" cy="3201600"/>
          </a:xfrm>
          <a:prstGeom prst="ellipse">
            <a:avLst/>
          </a:prstGeom>
          <a:noFill/>
          <a:ln>
            <a:noFill/>
          </a:ln>
          <a:effectLst>
            <a:outerShdw blurRad="28575" dist="57150" dir="660000" algn="bl" rotWithShape="0">
              <a:srgbClr val="000000">
                <a:alpha val="30000"/>
              </a:srgbClr>
            </a:outerShdw>
          </a:effectLst>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t="474" b="21844"/>
          <a:stretch/>
        </p:blipFill>
        <p:spPr>
          <a:xfrm>
            <a:off x="0" y="0"/>
            <a:ext cx="9144003" cy="5143500"/>
          </a:xfrm>
          <a:prstGeom prst="rect">
            <a:avLst/>
          </a:prstGeom>
          <a:noFill/>
          <a:ln>
            <a:noFill/>
          </a:ln>
        </p:spPr>
      </p:pic>
      <p:pic>
        <p:nvPicPr>
          <p:cNvPr id="21" name="Google Shape;21;p3"/>
          <p:cNvPicPr preferRelativeResize="0"/>
          <p:nvPr/>
        </p:nvPicPr>
        <p:blipFill>
          <a:blip r:embed="rId3">
            <a:alphaModFix/>
          </a:blip>
          <a:stretch>
            <a:fillRect/>
          </a:stretch>
        </p:blipFill>
        <p:spPr>
          <a:xfrm rot="1180651">
            <a:off x="-704350" y="3872373"/>
            <a:ext cx="1920798" cy="1747965"/>
          </a:xfrm>
          <a:prstGeom prst="rect">
            <a:avLst/>
          </a:prstGeom>
          <a:noFill/>
          <a:ln>
            <a:noFill/>
          </a:ln>
          <a:effectLst>
            <a:outerShdw blurRad="57150" dist="19050" dir="5400000" algn="bl" rotWithShape="0">
              <a:srgbClr val="000000">
                <a:alpha val="26000"/>
              </a:srgbClr>
            </a:outerShdw>
          </a:effectLst>
        </p:spPr>
      </p:pic>
      <p:sp>
        <p:nvSpPr>
          <p:cNvPr id="22" name="Google Shape;22;p3"/>
          <p:cNvSpPr txBox="1">
            <a:spLocks noGrp="1"/>
          </p:cNvSpPr>
          <p:nvPr>
            <p:ph type="title"/>
          </p:nvPr>
        </p:nvSpPr>
        <p:spPr>
          <a:xfrm>
            <a:off x="720000" y="1982625"/>
            <a:ext cx="37029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 name="Google Shape;23;p3"/>
          <p:cNvSpPr txBox="1">
            <a:spLocks noGrp="1"/>
          </p:cNvSpPr>
          <p:nvPr>
            <p:ph type="title" idx="2" hasCustomPrompt="1"/>
          </p:nvPr>
        </p:nvSpPr>
        <p:spPr>
          <a:xfrm>
            <a:off x="720000" y="1013275"/>
            <a:ext cx="1109400" cy="10380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 name="Google Shape;24;p3"/>
          <p:cNvSpPr txBox="1">
            <a:spLocks noGrp="1"/>
          </p:cNvSpPr>
          <p:nvPr>
            <p:ph type="subTitle" idx="1"/>
          </p:nvPr>
        </p:nvSpPr>
        <p:spPr>
          <a:xfrm>
            <a:off x="720000" y="2735350"/>
            <a:ext cx="2436300" cy="64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5" name="Google Shape;25;p3"/>
          <p:cNvSpPr>
            <a:spLocks noGrp="1"/>
          </p:cNvSpPr>
          <p:nvPr>
            <p:ph type="pic" idx="3"/>
          </p:nvPr>
        </p:nvSpPr>
        <p:spPr>
          <a:xfrm>
            <a:off x="5071600" y="971025"/>
            <a:ext cx="3201600" cy="3201600"/>
          </a:xfrm>
          <a:prstGeom prst="ellipse">
            <a:avLst/>
          </a:prstGeom>
          <a:noFill/>
          <a:ln>
            <a:noFill/>
          </a:ln>
          <a:effectLst>
            <a:outerShdw blurRad="28575" dist="57150" dir="660000" algn="bl" rotWithShape="0">
              <a:srgbClr val="000000">
                <a:alpha val="30000"/>
              </a:srgbClr>
            </a:outerShdw>
          </a:effectLst>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pic>
        <p:nvPicPr>
          <p:cNvPr id="27" name="Google Shape;27;p4"/>
          <p:cNvPicPr preferRelativeResize="0"/>
          <p:nvPr/>
        </p:nvPicPr>
        <p:blipFill rotWithShape="1">
          <a:blip r:embed="rId2">
            <a:alphaModFix/>
          </a:blip>
          <a:srcRect t="474" b="21844"/>
          <a:stretch/>
        </p:blipFill>
        <p:spPr>
          <a:xfrm>
            <a:off x="0" y="0"/>
            <a:ext cx="9144003" cy="5143500"/>
          </a:xfrm>
          <a:prstGeom prst="rect">
            <a:avLst/>
          </a:prstGeom>
          <a:noFill/>
          <a:ln>
            <a:noFill/>
          </a:ln>
        </p:spPr>
      </p:pic>
      <p:grpSp>
        <p:nvGrpSpPr>
          <p:cNvPr id="28" name="Google Shape;28;p4"/>
          <p:cNvGrpSpPr/>
          <p:nvPr/>
        </p:nvGrpSpPr>
        <p:grpSpPr>
          <a:xfrm>
            <a:off x="-1215588" y="-144050"/>
            <a:ext cx="10490514" cy="5152126"/>
            <a:chOff x="-1215588" y="-144050"/>
            <a:chExt cx="10490514" cy="5152126"/>
          </a:xfrm>
        </p:grpSpPr>
        <p:pic>
          <p:nvPicPr>
            <p:cNvPr id="29" name="Google Shape;29;p4"/>
            <p:cNvPicPr preferRelativeResize="0"/>
            <p:nvPr/>
          </p:nvPicPr>
          <p:blipFill>
            <a:blip r:embed="rId3">
              <a:alphaModFix/>
            </a:blip>
            <a:stretch>
              <a:fillRect/>
            </a:stretch>
          </p:blipFill>
          <p:spPr>
            <a:xfrm rot="10800000" flipH="1">
              <a:off x="7710975" y="-144050"/>
              <a:ext cx="1563951" cy="1314726"/>
            </a:xfrm>
            <a:prstGeom prst="rect">
              <a:avLst/>
            </a:prstGeom>
            <a:noFill/>
            <a:ln>
              <a:noFill/>
            </a:ln>
            <a:effectLst>
              <a:outerShdw blurRad="57150" dist="19050" dir="5400000" algn="bl" rotWithShape="0">
                <a:srgbClr val="000000">
                  <a:alpha val="24000"/>
                </a:srgbClr>
              </a:outerShdw>
            </a:effectLst>
          </p:spPr>
        </p:pic>
        <p:pic>
          <p:nvPicPr>
            <p:cNvPr id="30" name="Google Shape;30;p4"/>
            <p:cNvPicPr preferRelativeResize="0"/>
            <p:nvPr/>
          </p:nvPicPr>
          <p:blipFill>
            <a:blip r:embed="rId4">
              <a:alphaModFix/>
            </a:blip>
            <a:stretch>
              <a:fillRect/>
            </a:stretch>
          </p:blipFill>
          <p:spPr>
            <a:xfrm rot="-946869" flipH="1">
              <a:off x="-1071558" y="3448536"/>
              <a:ext cx="1913265" cy="1324329"/>
            </a:xfrm>
            <a:prstGeom prst="rect">
              <a:avLst/>
            </a:prstGeom>
            <a:noFill/>
            <a:ln>
              <a:noFill/>
            </a:ln>
            <a:effectLst>
              <a:outerShdw blurRad="57150" dist="19050" dir="5400000" algn="bl" rotWithShape="0">
                <a:srgbClr val="000000">
                  <a:alpha val="27000"/>
                </a:srgbClr>
              </a:outerShdw>
            </a:effectLst>
          </p:spPr>
        </p:pic>
      </p:grpSp>
      <p:pic>
        <p:nvPicPr>
          <p:cNvPr id="31" name="Google Shape;31;p4"/>
          <p:cNvPicPr preferRelativeResize="0"/>
          <p:nvPr/>
        </p:nvPicPr>
        <p:blipFill>
          <a:blip r:embed="rId5">
            <a:alphaModFix/>
          </a:blip>
          <a:stretch>
            <a:fillRect/>
          </a:stretch>
        </p:blipFill>
        <p:spPr>
          <a:xfrm rot="-491238">
            <a:off x="8326167" y="4143492"/>
            <a:ext cx="1591475" cy="1445775"/>
          </a:xfrm>
          <a:prstGeom prst="rect">
            <a:avLst/>
          </a:prstGeom>
          <a:noFill/>
          <a:ln>
            <a:noFill/>
          </a:ln>
          <a:effectLst>
            <a:outerShdw blurRad="57150" dist="19050" dir="5400000" algn="bl" rotWithShape="0">
              <a:srgbClr val="000000">
                <a:alpha val="27000"/>
              </a:srgbClr>
            </a:outerShdw>
          </a:effectLst>
        </p:spPr>
      </p:pic>
      <p:sp>
        <p:nvSpPr>
          <p:cNvPr id="32" name="Google Shape;32;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4"/>
          <p:cNvSpPr txBox="1">
            <a:spLocks noGrp="1"/>
          </p:cNvSpPr>
          <p:nvPr>
            <p:ph type="body" idx="1"/>
          </p:nvPr>
        </p:nvSpPr>
        <p:spPr>
          <a:xfrm>
            <a:off x="720000" y="1215751"/>
            <a:ext cx="7704000" cy="367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pic>
        <p:nvPicPr>
          <p:cNvPr id="47" name="Google Shape;47;p6"/>
          <p:cNvPicPr preferRelativeResize="0"/>
          <p:nvPr/>
        </p:nvPicPr>
        <p:blipFill rotWithShape="1">
          <a:blip r:embed="rId2">
            <a:alphaModFix/>
          </a:blip>
          <a:srcRect t="474" b="21844"/>
          <a:stretch/>
        </p:blipFill>
        <p:spPr>
          <a:xfrm>
            <a:off x="0" y="0"/>
            <a:ext cx="9144003" cy="5143500"/>
          </a:xfrm>
          <a:prstGeom prst="rect">
            <a:avLst/>
          </a:prstGeom>
          <a:noFill/>
          <a:ln>
            <a:noFill/>
          </a:ln>
        </p:spPr>
      </p:pic>
      <p:sp>
        <p:nvSpPr>
          <p:cNvPr id="48" name="Google Shape;4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9" name="Google Shape;49;p6"/>
          <p:cNvGrpSpPr/>
          <p:nvPr/>
        </p:nvGrpSpPr>
        <p:grpSpPr>
          <a:xfrm>
            <a:off x="-1357988" y="-144050"/>
            <a:ext cx="10632914" cy="5287551"/>
            <a:chOff x="-1357988" y="-144050"/>
            <a:chExt cx="10632914" cy="5287551"/>
          </a:xfrm>
        </p:grpSpPr>
        <p:pic>
          <p:nvPicPr>
            <p:cNvPr id="50" name="Google Shape;50;p6"/>
            <p:cNvPicPr preferRelativeResize="0"/>
            <p:nvPr/>
          </p:nvPicPr>
          <p:blipFill>
            <a:blip r:embed="rId3">
              <a:alphaModFix/>
            </a:blip>
            <a:stretch>
              <a:fillRect/>
            </a:stretch>
          </p:blipFill>
          <p:spPr>
            <a:xfrm rot="10800000" flipH="1">
              <a:off x="7710975" y="-144050"/>
              <a:ext cx="1563951" cy="1314726"/>
            </a:xfrm>
            <a:prstGeom prst="rect">
              <a:avLst/>
            </a:prstGeom>
            <a:noFill/>
            <a:ln>
              <a:noFill/>
            </a:ln>
            <a:effectLst>
              <a:outerShdw blurRad="57150" dist="19050" dir="5400000" algn="bl" rotWithShape="0">
                <a:srgbClr val="000000">
                  <a:alpha val="24000"/>
                </a:srgbClr>
              </a:outerShdw>
            </a:effectLst>
          </p:spPr>
        </p:pic>
        <p:pic>
          <p:nvPicPr>
            <p:cNvPr id="51" name="Google Shape;51;p6"/>
            <p:cNvPicPr preferRelativeResize="0"/>
            <p:nvPr/>
          </p:nvPicPr>
          <p:blipFill>
            <a:blip r:embed="rId4">
              <a:alphaModFix/>
            </a:blip>
            <a:stretch>
              <a:fillRect/>
            </a:stretch>
          </p:blipFill>
          <p:spPr>
            <a:xfrm rot="-946869" flipH="1">
              <a:off x="-1213958" y="3583961"/>
              <a:ext cx="1913265" cy="1324329"/>
            </a:xfrm>
            <a:prstGeom prst="rect">
              <a:avLst/>
            </a:prstGeom>
            <a:noFill/>
            <a:ln>
              <a:noFill/>
            </a:ln>
            <a:effectLst>
              <a:outerShdw blurRad="57150" dist="19050" dir="5400000" algn="bl" rotWithShape="0">
                <a:srgbClr val="000000">
                  <a:alpha val="27000"/>
                </a:srgbClr>
              </a:outerShdw>
            </a:effectLst>
          </p:spPr>
        </p:pic>
      </p:grpSp>
      <p:pic>
        <p:nvPicPr>
          <p:cNvPr id="52" name="Google Shape;52;p6"/>
          <p:cNvPicPr preferRelativeResize="0"/>
          <p:nvPr/>
        </p:nvPicPr>
        <p:blipFill>
          <a:blip r:embed="rId5">
            <a:alphaModFix/>
          </a:blip>
          <a:stretch>
            <a:fillRect/>
          </a:stretch>
        </p:blipFill>
        <p:spPr>
          <a:xfrm rot="6962797" flipH="1">
            <a:off x="8116623" y="3989573"/>
            <a:ext cx="1466142" cy="1487715"/>
          </a:xfrm>
          <a:prstGeom prst="rect">
            <a:avLst/>
          </a:prstGeom>
          <a:noFill/>
          <a:ln>
            <a:noFill/>
          </a:ln>
          <a:effectLst>
            <a:outerShdw blurRad="57150" dist="19050" dir="5400000" algn="bl" rotWithShape="0">
              <a:srgbClr val="000000">
                <a:alpha val="25000"/>
              </a:srgbClr>
            </a:outerShdw>
          </a:effectLst>
        </p:spPr>
      </p:pic>
      <p:pic>
        <p:nvPicPr>
          <p:cNvPr id="53" name="Google Shape;53;p6"/>
          <p:cNvPicPr preferRelativeResize="0"/>
          <p:nvPr/>
        </p:nvPicPr>
        <p:blipFill>
          <a:blip r:embed="rId6">
            <a:alphaModFix/>
          </a:blip>
          <a:stretch>
            <a:fillRect/>
          </a:stretch>
        </p:blipFill>
        <p:spPr>
          <a:xfrm rot="-5830338" flipH="1">
            <a:off x="7951922" y="4526029"/>
            <a:ext cx="1538632" cy="1563661"/>
          </a:xfrm>
          <a:prstGeom prst="rect">
            <a:avLst/>
          </a:prstGeom>
          <a:noFill/>
          <a:ln>
            <a:noFill/>
          </a:ln>
          <a:effectLst>
            <a:outerShdw blurRad="57150" dist="19050" dir="5400000" algn="bl" rotWithShape="0">
              <a:srgbClr val="000000">
                <a:alpha val="25000"/>
              </a:srgbClr>
            </a:outerShdw>
          </a:effec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pic>
        <p:nvPicPr>
          <p:cNvPr id="55" name="Google Shape;55;p7"/>
          <p:cNvPicPr preferRelativeResize="0"/>
          <p:nvPr/>
        </p:nvPicPr>
        <p:blipFill rotWithShape="1">
          <a:blip r:embed="rId2">
            <a:alphaModFix/>
          </a:blip>
          <a:srcRect t="474" b="21844"/>
          <a:stretch/>
        </p:blipFill>
        <p:spPr>
          <a:xfrm>
            <a:off x="0" y="0"/>
            <a:ext cx="9144003" cy="5143500"/>
          </a:xfrm>
          <a:prstGeom prst="rect">
            <a:avLst/>
          </a:prstGeom>
          <a:noFill/>
          <a:ln>
            <a:noFill/>
          </a:ln>
        </p:spPr>
      </p:pic>
      <p:grpSp>
        <p:nvGrpSpPr>
          <p:cNvPr id="56" name="Google Shape;56;p7"/>
          <p:cNvGrpSpPr/>
          <p:nvPr/>
        </p:nvGrpSpPr>
        <p:grpSpPr>
          <a:xfrm>
            <a:off x="-820575" y="-175823"/>
            <a:ext cx="10655303" cy="5261648"/>
            <a:chOff x="-820575" y="-175823"/>
            <a:chExt cx="10655303" cy="5261648"/>
          </a:xfrm>
        </p:grpSpPr>
        <p:pic>
          <p:nvPicPr>
            <p:cNvPr id="57" name="Google Shape;57;p7"/>
            <p:cNvPicPr preferRelativeResize="0"/>
            <p:nvPr/>
          </p:nvPicPr>
          <p:blipFill>
            <a:blip r:embed="rId3">
              <a:alphaModFix/>
            </a:blip>
            <a:stretch>
              <a:fillRect/>
            </a:stretch>
          </p:blipFill>
          <p:spPr>
            <a:xfrm flipH="1">
              <a:off x="-820575" y="3905175"/>
              <a:ext cx="1705675" cy="1180650"/>
            </a:xfrm>
            <a:prstGeom prst="rect">
              <a:avLst/>
            </a:prstGeom>
            <a:noFill/>
            <a:ln>
              <a:noFill/>
            </a:ln>
            <a:effectLst>
              <a:outerShdw blurRad="57150" dist="19050" dir="5400000" algn="bl" rotWithShape="0">
                <a:srgbClr val="000000">
                  <a:alpha val="23000"/>
                </a:srgbClr>
              </a:outerShdw>
            </a:effectLst>
          </p:spPr>
        </p:pic>
        <p:pic>
          <p:nvPicPr>
            <p:cNvPr id="58" name="Google Shape;58;p7"/>
            <p:cNvPicPr preferRelativeResize="0"/>
            <p:nvPr/>
          </p:nvPicPr>
          <p:blipFill>
            <a:blip r:embed="rId3">
              <a:alphaModFix/>
            </a:blip>
            <a:stretch>
              <a:fillRect/>
            </a:stretch>
          </p:blipFill>
          <p:spPr>
            <a:xfrm rot="946869">
              <a:off x="7777432" y="59386"/>
              <a:ext cx="1913265" cy="1324329"/>
            </a:xfrm>
            <a:prstGeom prst="rect">
              <a:avLst/>
            </a:prstGeom>
            <a:noFill/>
            <a:ln>
              <a:noFill/>
            </a:ln>
            <a:effectLst>
              <a:outerShdw blurRad="57150" dist="19050" dir="5400000" algn="bl" rotWithShape="0">
                <a:srgbClr val="000000">
                  <a:alpha val="27000"/>
                </a:srgbClr>
              </a:outerShdw>
            </a:effectLst>
          </p:spPr>
        </p:pic>
      </p:grpSp>
      <p:sp>
        <p:nvSpPr>
          <p:cNvPr id="59" name="Google Shape;59;p7"/>
          <p:cNvSpPr txBox="1">
            <a:spLocks noGrp="1"/>
          </p:cNvSpPr>
          <p:nvPr>
            <p:ph type="title"/>
          </p:nvPr>
        </p:nvSpPr>
        <p:spPr>
          <a:xfrm>
            <a:off x="720000" y="445025"/>
            <a:ext cx="3770400" cy="11739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0" name="Google Shape;60;p7"/>
          <p:cNvSpPr txBox="1">
            <a:spLocks noGrp="1"/>
          </p:cNvSpPr>
          <p:nvPr>
            <p:ph type="subTitle" idx="1"/>
          </p:nvPr>
        </p:nvSpPr>
        <p:spPr>
          <a:xfrm>
            <a:off x="720000" y="1881250"/>
            <a:ext cx="4033800" cy="220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
        <p:nvSpPr>
          <p:cNvPr id="61" name="Google Shape;61;p7"/>
          <p:cNvSpPr>
            <a:spLocks noGrp="1"/>
          </p:cNvSpPr>
          <p:nvPr>
            <p:ph type="pic" idx="2"/>
          </p:nvPr>
        </p:nvSpPr>
        <p:spPr>
          <a:xfrm>
            <a:off x="5071600" y="971025"/>
            <a:ext cx="3201600" cy="3201600"/>
          </a:xfrm>
          <a:prstGeom prst="ellipse">
            <a:avLst/>
          </a:prstGeom>
          <a:noFill/>
          <a:ln>
            <a:noFill/>
          </a:ln>
          <a:effectLst>
            <a:outerShdw blurRad="28575" dist="57150" dir="660000" algn="bl" rotWithShape="0">
              <a:srgbClr val="000000">
                <a:alpha val="30000"/>
              </a:srgbClr>
            </a:outerShdw>
          </a:effectLst>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2"/>
        <p:cNvGrpSpPr/>
        <p:nvPr/>
      </p:nvGrpSpPr>
      <p:grpSpPr>
        <a:xfrm>
          <a:off x="0" y="0"/>
          <a:ext cx="0" cy="0"/>
          <a:chOff x="0" y="0"/>
          <a:chExt cx="0" cy="0"/>
        </a:xfrm>
      </p:grpSpPr>
      <p:pic>
        <p:nvPicPr>
          <p:cNvPr id="63" name="Google Shape;63;p8"/>
          <p:cNvPicPr preferRelativeResize="0"/>
          <p:nvPr/>
        </p:nvPicPr>
        <p:blipFill rotWithShape="1">
          <a:blip r:embed="rId2">
            <a:alphaModFix/>
          </a:blip>
          <a:srcRect t="474" b="21844"/>
          <a:stretch/>
        </p:blipFill>
        <p:spPr>
          <a:xfrm>
            <a:off x="0" y="0"/>
            <a:ext cx="9144003" cy="5143500"/>
          </a:xfrm>
          <a:prstGeom prst="rect">
            <a:avLst/>
          </a:prstGeom>
          <a:noFill/>
          <a:ln>
            <a:noFill/>
          </a:ln>
        </p:spPr>
      </p:pic>
      <p:sp>
        <p:nvSpPr>
          <p:cNvPr id="64" name="Google Shape;64;p8"/>
          <p:cNvSpPr txBox="1">
            <a:spLocks noGrp="1"/>
          </p:cNvSpPr>
          <p:nvPr>
            <p:ph type="title"/>
          </p:nvPr>
        </p:nvSpPr>
        <p:spPr>
          <a:xfrm>
            <a:off x="713225" y="1677150"/>
            <a:ext cx="4131300" cy="15828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65" name="Google Shape;65;p8"/>
          <p:cNvSpPr>
            <a:spLocks noGrp="1"/>
          </p:cNvSpPr>
          <p:nvPr>
            <p:ph type="pic" idx="2"/>
          </p:nvPr>
        </p:nvSpPr>
        <p:spPr>
          <a:xfrm>
            <a:off x="5071600" y="971025"/>
            <a:ext cx="3201600" cy="3201600"/>
          </a:xfrm>
          <a:prstGeom prst="ellipse">
            <a:avLst/>
          </a:prstGeom>
          <a:noFill/>
          <a:ln>
            <a:noFill/>
          </a:ln>
          <a:effectLst>
            <a:outerShdw blurRad="28575" dist="57150" dir="660000" algn="bl" rotWithShape="0">
              <a:srgbClr val="000000">
                <a:alpha val="30000"/>
              </a:srgbClr>
            </a:outerShdw>
          </a:effectLst>
        </p:spPr>
      </p:sp>
      <p:grpSp>
        <p:nvGrpSpPr>
          <p:cNvPr id="66" name="Google Shape;66;p8"/>
          <p:cNvGrpSpPr/>
          <p:nvPr/>
        </p:nvGrpSpPr>
        <p:grpSpPr>
          <a:xfrm>
            <a:off x="-779651" y="-855445"/>
            <a:ext cx="1990421" cy="2420594"/>
            <a:chOff x="-779651" y="-855445"/>
            <a:chExt cx="1990421" cy="2420594"/>
          </a:xfrm>
        </p:grpSpPr>
        <p:pic>
          <p:nvPicPr>
            <p:cNvPr id="67" name="Google Shape;67;p8"/>
            <p:cNvPicPr preferRelativeResize="0"/>
            <p:nvPr/>
          </p:nvPicPr>
          <p:blipFill>
            <a:blip r:embed="rId3">
              <a:alphaModFix/>
            </a:blip>
            <a:stretch>
              <a:fillRect/>
            </a:stretch>
          </p:blipFill>
          <p:spPr>
            <a:xfrm rot="-3837203" flipH="1">
              <a:off x="-522521" y="-163958"/>
              <a:ext cx="1466142" cy="1487715"/>
            </a:xfrm>
            <a:prstGeom prst="rect">
              <a:avLst/>
            </a:prstGeom>
            <a:noFill/>
            <a:ln>
              <a:noFill/>
            </a:ln>
            <a:effectLst>
              <a:outerShdw blurRad="57150" dist="19050" dir="5400000" algn="bl" rotWithShape="0">
                <a:srgbClr val="000000">
                  <a:alpha val="25000"/>
                </a:srgbClr>
              </a:outerShdw>
            </a:effectLst>
          </p:spPr>
        </p:pic>
        <p:pic>
          <p:nvPicPr>
            <p:cNvPr id="68" name="Google Shape;68;p8"/>
            <p:cNvPicPr preferRelativeResize="0"/>
            <p:nvPr/>
          </p:nvPicPr>
          <p:blipFill>
            <a:blip r:embed="rId4">
              <a:alphaModFix/>
            </a:blip>
            <a:stretch>
              <a:fillRect/>
            </a:stretch>
          </p:blipFill>
          <p:spPr>
            <a:xfrm rot="4969662" flipH="1">
              <a:off x="-430310" y="-776360"/>
              <a:ext cx="1538632" cy="1563661"/>
            </a:xfrm>
            <a:prstGeom prst="rect">
              <a:avLst/>
            </a:prstGeom>
            <a:noFill/>
            <a:ln>
              <a:noFill/>
            </a:ln>
            <a:effectLst>
              <a:outerShdw blurRad="57150" dist="19050" dir="5400000" algn="bl" rotWithShape="0">
                <a:srgbClr val="000000">
                  <a:alpha val="25000"/>
                </a:srgbClr>
              </a:outerShdw>
            </a:effectLst>
          </p:spPr>
        </p:pic>
      </p:grpSp>
      <p:pic>
        <p:nvPicPr>
          <p:cNvPr id="69" name="Google Shape;69;p8"/>
          <p:cNvPicPr preferRelativeResize="0"/>
          <p:nvPr/>
        </p:nvPicPr>
        <p:blipFill>
          <a:blip r:embed="rId5">
            <a:alphaModFix/>
          </a:blip>
          <a:stretch>
            <a:fillRect/>
          </a:stretch>
        </p:blipFill>
        <p:spPr>
          <a:xfrm>
            <a:off x="7782800" y="-472810"/>
            <a:ext cx="1950926" cy="1273950"/>
          </a:xfrm>
          <a:prstGeom prst="rect">
            <a:avLst/>
          </a:prstGeom>
          <a:noFill/>
          <a:ln>
            <a:noFill/>
          </a:ln>
          <a:effectLst>
            <a:outerShdw blurRad="57150" dist="19050" dir="5400000" algn="bl" rotWithShape="0">
              <a:srgbClr val="000000">
                <a:alpha val="25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0"/>
        <p:cNvGrpSpPr/>
        <p:nvPr/>
      </p:nvGrpSpPr>
      <p:grpSpPr>
        <a:xfrm>
          <a:off x="0" y="0"/>
          <a:ext cx="0" cy="0"/>
          <a:chOff x="0" y="0"/>
          <a:chExt cx="0" cy="0"/>
        </a:xfrm>
      </p:grpSpPr>
      <p:pic>
        <p:nvPicPr>
          <p:cNvPr id="71" name="Google Shape;71;p9"/>
          <p:cNvPicPr preferRelativeResize="0"/>
          <p:nvPr/>
        </p:nvPicPr>
        <p:blipFill rotWithShape="1">
          <a:blip r:embed="rId2">
            <a:alphaModFix/>
          </a:blip>
          <a:srcRect t="474" b="21844"/>
          <a:stretch/>
        </p:blipFill>
        <p:spPr>
          <a:xfrm>
            <a:off x="0" y="0"/>
            <a:ext cx="9144003" cy="5143500"/>
          </a:xfrm>
          <a:prstGeom prst="rect">
            <a:avLst/>
          </a:prstGeom>
          <a:noFill/>
          <a:ln>
            <a:noFill/>
          </a:ln>
        </p:spPr>
      </p:pic>
      <p:pic>
        <p:nvPicPr>
          <p:cNvPr id="72" name="Google Shape;72;p9"/>
          <p:cNvPicPr preferRelativeResize="0"/>
          <p:nvPr/>
        </p:nvPicPr>
        <p:blipFill>
          <a:blip r:embed="rId3">
            <a:alphaModFix/>
          </a:blip>
          <a:stretch>
            <a:fillRect/>
          </a:stretch>
        </p:blipFill>
        <p:spPr>
          <a:xfrm flipH="1">
            <a:off x="-360399" y="181548"/>
            <a:ext cx="1570974" cy="1025843"/>
          </a:xfrm>
          <a:prstGeom prst="rect">
            <a:avLst/>
          </a:prstGeom>
          <a:noFill/>
          <a:ln>
            <a:noFill/>
          </a:ln>
          <a:effectLst>
            <a:outerShdw blurRad="57150" dist="19050" dir="5400000" algn="bl" rotWithShape="0">
              <a:srgbClr val="000000">
                <a:alpha val="25000"/>
              </a:srgbClr>
            </a:outerShdw>
          </a:effectLst>
        </p:spPr>
      </p:pic>
      <p:sp>
        <p:nvSpPr>
          <p:cNvPr id="73" name="Google Shape;73;p9"/>
          <p:cNvSpPr txBox="1">
            <a:spLocks noGrp="1"/>
          </p:cNvSpPr>
          <p:nvPr>
            <p:ph type="title"/>
          </p:nvPr>
        </p:nvSpPr>
        <p:spPr>
          <a:xfrm>
            <a:off x="713225" y="1337175"/>
            <a:ext cx="3769500" cy="1460700"/>
          </a:xfrm>
          <a:prstGeom prst="rect">
            <a:avLst/>
          </a:prstGeom>
        </p:spPr>
        <p:txBody>
          <a:bodyPr spcFirstLastPara="1" wrap="square" lIns="91425" tIns="91425" rIns="91425" bIns="91425" anchor="b" anchorCtr="0">
            <a:noAutofit/>
          </a:bodyPr>
          <a:lstStyle>
            <a:lvl1pPr lvl="0" rtl="0">
              <a:spcBef>
                <a:spcPts val="0"/>
              </a:spcBef>
              <a:spcAft>
                <a:spcPts val="0"/>
              </a:spcAft>
              <a:buSzPts val="3300"/>
              <a:buNone/>
              <a:defRPr sz="8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74" name="Google Shape;74;p9"/>
          <p:cNvSpPr txBox="1">
            <a:spLocks noGrp="1"/>
          </p:cNvSpPr>
          <p:nvPr>
            <p:ph type="subTitle" idx="1"/>
          </p:nvPr>
        </p:nvSpPr>
        <p:spPr>
          <a:xfrm>
            <a:off x="713225" y="2581300"/>
            <a:ext cx="3237300" cy="90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5" name="Google Shape;75;p9"/>
          <p:cNvSpPr>
            <a:spLocks noGrp="1"/>
          </p:cNvSpPr>
          <p:nvPr>
            <p:ph type="pic" idx="2"/>
          </p:nvPr>
        </p:nvSpPr>
        <p:spPr>
          <a:xfrm>
            <a:off x="5071600" y="971025"/>
            <a:ext cx="3201600" cy="3201600"/>
          </a:xfrm>
          <a:prstGeom prst="ellipse">
            <a:avLst/>
          </a:prstGeom>
          <a:noFill/>
          <a:ln>
            <a:noFill/>
          </a:ln>
          <a:effectLst>
            <a:outerShdw blurRad="28575" dist="57150" dir="660000" algn="bl" rotWithShape="0">
              <a:srgbClr val="000000">
                <a:alpha val="30000"/>
              </a:srgbClr>
            </a:outerShdw>
          </a:effectLst>
        </p:spPr>
      </p:sp>
      <p:grpSp>
        <p:nvGrpSpPr>
          <p:cNvPr id="76" name="Google Shape;76;p9"/>
          <p:cNvGrpSpPr/>
          <p:nvPr/>
        </p:nvGrpSpPr>
        <p:grpSpPr>
          <a:xfrm>
            <a:off x="-400097" y="3751285"/>
            <a:ext cx="2176235" cy="2104663"/>
            <a:chOff x="-400097" y="3751285"/>
            <a:chExt cx="2176235" cy="2104663"/>
          </a:xfrm>
        </p:grpSpPr>
        <p:pic>
          <p:nvPicPr>
            <p:cNvPr id="77" name="Google Shape;77;p9"/>
            <p:cNvPicPr preferRelativeResize="0"/>
            <p:nvPr/>
          </p:nvPicPr>
          <p:blipFill>
            <a:blip r:embed="rId4">
              <a:alphaModFix/>
            </a:blip>
            <a:stretch>
              <a:fillRect/>
            </a:stretch>
          </p:blipFill>
          <p:spPr>
            <a:xfrm rot="8100002" flipH="1">
              <a:off x="-36649" y="4392304"/>
              <a:ext cx="1706285" cy="1008000"/>
            </a:xfrm>
            <a:prstGeom prst="rect">
              <a:avLst/>
            </a:prstGeom>
            <a:noFill/>
            <a:ln>
              <a:noFill/>
            </a:ln>
            <a:effectLst>
              <a:outerShdw blurRad="57150" dist="19050" dir="5400000" algn="bl" rotWithShape="0">
                <a:srgbClr val="000000">
                  <a:alpha val="25000"/>
                </a:srgbClr>
              </a:outerShdw>
            </a:effectLst>
          </p:spPr>
        </p:pic>
        <p:pic>
          <p:nvPicPr>
            <p:cNvPr id="78" name="Google Shape;78;p9"/>
            <p:cNvPicPr preferRelativeResize="0"/>
            <p:nvPr/>
          </p:nvPicPr>
          <p:blipFill>
            <a:blip r:embed="rId4">
              <a:alphaModFix/>
            </a:blip>
            <a:stretch>
              <a:fillRect/>
            </a:stretch>
          </p:blipFill>
          <p:spPr>
            <a:xfrm rot="6448946" flipH="1">
              <a:off x="-516225" y="4212428"/>
              <a:ext cx="1706285" cy="1008000"/>
            </a:xfrm>
            <a:prstGeom prst="rect">
              <a:avLst/>
            </a:prstGeom>
            <a:noFill/>
            <a:ln>
              <a:noFill/>
            </a:ln>
            <a:effectLst>
              <a:outerShdw blurRad="57150" dist="19050" dir="5400000" algn="bl" rotWithShape="0">
                <a:srgbClr val="000000">
                  <a:alpha val="25000"/>
                </a:srgbClr>
              </a:outerShdw>
            </a:effectLst>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4"/>
        <p:cNvGrpSpPr/>
        <p:nvPr/>
      </p:nvGrpSpPr>
      <p:grpSpPr>
        <a:xfrm>
          <a:off x="0" y="0"/>
          <a:ext cx="0" cy="0"/>
          <a:chOff x="0" y="0"/>
          <a:chExt cx="0" cy="0"/>
        </a:xfrm>
      </p:grpSpPr>
      <p:pic>
        <p:nvPicPr>
          <p:cNvPr id="95" name="Google Shape;95;p13"/>
          <p:cNvPicPr preferRelativeResize="0"/>
          <p:nvPr/>
        </p:nvPicPr>
        <p:blipFill rotWithShape="1">
          <a:blip r:embed="rId2">
            <a:alphaModFix/>
          </a:blip>
          <a:srcRect t="474" b="21844"/>
          <a:stretch/>
        </p:blipFill>
        <p:spPr>
          <a:xfrm>
            <a:off x="0" y="0"/>
            <a:ext cx="9144003" cy="5143500"/>
          </a:xfrm>
          <a:prstGeom prst="rect">
            <a:avLst/>
          </a:prstGeom>
          <a:noFill/>
          <a:ln>
            <a:noFill/>
          </a:ln>
        </p:spPr>
      </p:pic>
      <p:sp>
        <p:nvSpPr>
          <p:cNvPr id="96" name="Google Shape;96;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7" name="Google Shape;97;p13"/>
          <p:cNvSpPr txBox="1">
            <a:spLocks noGrp="1"/>
          </p:cNvSpPr>
          <p:nvPr>
            <p:ph type="subTitle" idx="1"/>
          </p:nvPr>
        </p:nvSpPr>
        <p:spPr>
          <a:xfrm>
            <a:off x="720000" y="2189575"/>
            <a:ext cx="23055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8" name="Google Shape;98;p13"/>
          <p:cNvSpPr txBox="1">
            <a:spLocks noGrp="1"/>
          </p:cNvSpPr>
          <p:nvPr>
            <p:ph type="subTitle" idx="2"/>
          </p:nvPr>
        </p:nvSpPr>
        <p:spPr>
          <a:xfrm>
            <a:off x="3419271" y="2189575"/>
            <a:ext cx="23055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9" name="Google Shape;99;p13"/>
          <p:cNvSpPr txBox="1">
            <a:spLocks noGrp="1"/>
          </p:cNvSpPr>
          <p:nvPr>
            <p:ph type="subTitle" idx="3"/>
          </p:nvPr>
        </p:nvSpPr>
        <p:spPr>
          <a:xfrm>
            <a:off x="720000" y="3850400"/>
            <a:ext cx="23055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0" name="Google Shape;100;p13"/>
          <p:cNvSpPr txBox="1">
            <a:spLocks noGrp="1"/>
          </p:cNvSpPr>
          <p:nvPr>
            <p:ph type="subTitle" idx="4"/>
          </p:nvPr>
        </p:nvSpPr>
        <p:spPr>
          <a:xfrm>
            <a:off x="3419271" y="3850400"/>
            <a:ext cx="23055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1" name="Google Shape;101;p13"/>
          <p:cNvSpPr txBox="1">
            <a:spLocks noGrp="1"/>
          </p:cNvSpPr>
          <p:nvPr>
            <p:ph type="subTitle" idx="5"/>
          </p:nvPr>
        </p:nvSpPr>
        <p:spPr>
          <a:xfrm>
            <a:off x="6118549" y="2189575"/>
            <a:ext cx="23055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2" name="Google Shape;102;p13"/>
          <p:cNvSpPr txBox="1">
            <a:spLocks noGrp="1"/>
          </p:cNvSpPr>
          <p:nvPr>
            <p:ph type="subTitle" idx="6"/>
          </p:nvPr>
        </p:nvSpPr>
        <p:spPr>
          <a:xfrm>
            <a:off x="6118549" y="3850400"/>
            <a:ext cx="23055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3" name="Google Shape;103;p13"/>
          <p:cNvSpPr txBox="1">
            <a:spLocks noGrp="1"/>
          </p:cNvSpPr>
          <p:nvPr>
            <p:ph type="title" idx="7" hasCustomPrompt="1"/>
          </p:nvPr>
        </p:nvSpPr>
        <p:spPr>
          <a:xfrm>
            <a:off x="720000" y="1322597"/>
            <a:ext cx="734700" cy="625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3"/>
          <p:cNvSpPr txBox="1">
            <a:spLocks noGrp="1"/>
          </p:cNvSpPr>
          <p:nvPr>
            <p:ph type="title" idx="8" hasCustomPrompt="1"/>
          </p:nvPr>
        </p:nvSpPr>
        <p:spPr>
          <a:xfrm>
            <a:off x="720000" y="2983454"/>
            <a:ext cx="734700" cy="625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a:spLocks noGrp="1"/>
          </p:cNvSpPr>
          <p:nvPr>
            <p:ph type="title" idx="9" hasCustomPrompt="1"/>
          </p:nvPr>
        </p:nvSpPr>
        <p:spPr>
          <a:xfrm>
            <a:off x="3419271" y="1322597"/>
            <a:ext cx="734700" cy="625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title" idx="13" hasCustomPrompt="1"/>
          </p:nvPr>
        </p:nvSpPr>
        <p:spPr>
          <a:xfrm>
            <a:off x="3419271" y="2983454"/>
            <a:ext cx="734700" cy="625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title" idx="14" hasCustomPrompt="1"/>
          </p:nvPr>
        </p:nvSpPr>
        <p:spPr>
          <a:xfrm>
            <a:off x="6118549" y="1322597"/>
            <a:ext cx="734700" cy="625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title" idx="15" hasCustomPrompt="1"/>
          </p:nvPr>
        </p:nvSpPr>
        <p:spPr>
          <a:xfrm>
            <a:off x="6118549" y="2983454"/>
            <a:ext cx="734700" cy="625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subTitle" idx="16"/>
          </p:nvPr>
        </p:nvSpPr>
        <p:spPr>
          <a:xfrm>
            <a:off x="720000" y="1843850"/>
            <a:ext cx="23055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Kumbh Sans"/>
                <a:ea typeface="Kumbh Sans"/>
                <a:cs typeface="Kumbh Sans"/>
                <a:sym typeface="Kumbh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0" name="Google Shape;110;p13"/>
          <p:cNvSpPr txBox="1">
            <a:spLocks noGrp="1"/>
          </p:cNvSpPr>
          <p:nvPr>
            <p:ph type="subTitle" idx="17"/>
          </p:nvPr>
        </p:nvSpPr>
        <p:spPr>
          <a:xfrm>
            <a:off x="3419271" y="1843850"/>
            <a:ext cx="23055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Kumbh Sans"/>
                <a:ea typeface="Kumbh Sans"/>
                <a:cs typeface="Kumbh Sans"/>
                <a:sym typeface="Kumbh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1" name="Google Shape;111;p13"/>
          <p:cNvSpPr txBox="1">
            <a:spLocks noGrp="1"/>
          </p:cNvSpPr>
          <p:nvPr>
            <p:ph type="subTitle" idx="18"/>
          </p:nvPr>
        </p:nvSpPr>
        <p:spPr>
          <a:xfrm>
            <a:off x="6118549" y="1843850"/>
            <a:ext cx="23055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Kumbh Sans"/>
                <a:ea typeface="Kumbh Sans"/>
                <a:cs typeface="Kumbh Sans"/>
                <a:sym typeface="Kumbh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2" name="Google Shape;112;p13"/>
          <p:cNvSpPr txBox="1">
            <a:spLocks noGrp="1"/>
          </p:cNvSpPr>
          <p:nvPr>
            <p:ph type="subTitle" idx="19"/>
          </p:nvPr>
        </p:nvSpPr>
        <p:spPr>
          <a:xfrm>
            <a:off x="720000" y="3504725"/>
            <a:ext cx="23055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Kumbh Sans"/>
                <a:ea typeface="Kumbh Sans"/>
                <a:cs typeface="Kumbh Sans"/>
                <a:sym typeface="Kumbh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3" name="Google Shape;113;p13"/>
          <p:cNvSpPr txBox="1">
            <a:spLocks noGrp="1"/>
          </p:cNvSpPr>
          <p:nvPr>
            <p:ph type="subTitle" idx="20"/>
          </p:nvPr>
        </p:nvSpPr>
        <p:spPr>
          <a:xfrm>
            <a:off x="3419271" y="3504725"/>
            <a:ext cx="23055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Kumbh Sans"/>
                <a:ea typeface="Kumbh Sans"/>
                <a:cs typeface="Kumbh Sans"/>
                <a:sym typeface="Kumbh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4" name="Google Shape;114;p13"/>
          <p:cNvSpPr txBox="1">
            <a:spLocks noGrp="1"/>
          </p:cNvSpPr>
          <p:nvPr>
            <p:ph type="subTitle" idx="21"/>
          </p:nvPr>
        </p:nvSpPr>
        <p:spPr>
          <a:xfrm>
            <a:off x="6118549" y="3504725"/>
            <a:ext cx="2305500" cy="48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b="1">
                <a:solidFill>
                  <a:schemeClr val="dk1"/>
                </a:solidFill>
                <a:latin typeface="Kumbh Sans"/>
                <a:ea typeface="Kumbh Sans"/>
                <a:cs typeface="Kumbh Sans"/>
                <a:sym typeface="Kumbh Sa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115" name="Google Shape;115;p13"/>
          <p:cNvGrpSpPr/>
          <p:nvPr/>
        </p:nvGrpSpPr>
        <p:grpSpPr>
          <a:xfrm>
            <a:off x="-820575" y="225927"/>
            <a:ext cx="11131253" cy="4859898"/>
            <a:chOff x="-820575" y="225927"/>
            <a:chExt cx="11131253" cy="4859898"/>
          </a:xfrm>
        </p:grpSpPr>
        <p:pic>
          <p:nvPicPr>
            <p:cNvPr id="116" name="Google Shape;116;p13"/>
            <p:cNvPicPr preferRelativeResize="0"/>
            <p:nvPr/>
          </p:nvPicPr>
          <p:blipFill>
            <a:blip r:embed="rId3">
              <a:alphaModFix/>
            </a:blip>
            <a:stretch>
              <a:fillRect/>
            </a:stretch>
          </p:blipFill>
          <p:spPr>
            <a:xfrm flipH="1">
              <a:off x="-820575" y="3905175"/>
              <a:ext cx="1705675" cy="1180650"/>
            </a:xfrm>
            <a:prstGeom prst="rect">
              <a:avLst/>
            </a:prstGeom>
            <a:noFill/>
            <a:ln>
              <a:noFill/>
            </a:ln>
            <a:effectLst>
              <a:outerShdw blurRad="57150" dist="19050" dir="5400000" algn="bl" rotWithShape="0">
                <a:srgbClr val="000000">
                  <a:alpha val="23000"/>
                </a:srgbClr>
              </a:outerShdw>
            </a:effectLst>
          </p:spPr>
        </p:pic>
        <p:pic>
          <p:nvPicPr>
            <p:cNvPr id="117" name="Google Shape;117;p13"/>
            <p:cNvPicPr preferRelativeResize="0"/>
            <p:nvPr/>
          </p:nvPicPr>
          <p:blipFill>
            <a:blip r:embed="rId3">
              <a:alphaModFix/>
            </a:blip>
            <a:stretch>
              <a:fillRect/>
            </a:stretch>
          </p:blipFill>
          <p:spPr>
            <a:xfrm rot="946869">
              <a:off x="8253382" y="461136"/>
              <a:ext cx="1913265" cy="1324329"/>
            </a:xfrm>
            <a:prstGeom prst="rect">
              <a:avLst/>
            </a:prstGeom>
            <a:noFill/>
            <a:ln>
              <a:noFill/>
            </a:ln>
            <a:effectLst>
              <a:outerShdw blurRad="57150" dist="19050" dir="5400000" algn="bl" rotWithShape="0">
                <a:srgbClr val="000000">
                  <a:alpha val="27000"/>
                </a:srgbClr>
              </a:outerShdw>
            </a:effectLst>
          </p:spPr>
        </p:pic>
      </p:grpSp>
      <p:pic>
        <p:nvPicPr>
          <p:cNvPr id="118" name="Google Shape;118;p13"/>
          <p:cNvPicPr preferRelativeResize="0"/>
          <p:nvPr/>
        </p:nvPicPr>
        <p:blipFill>
          <a:blip r:embed="rId4">
            <a:alphaModFix/>
          </a:blip>
          <a:stretch>
            <a:fillRect/>
          </a:stretch>
        </p:blipFill>
        <p:spPr>
          <a:xfrm rot="1978976" flipH="1">
            <a:off x="8145563" y="4414578"/>
            <a:ext cx="1706284" cy="1008000"/>
          </a:xfrm>
          <a:prstGeom prst="rect">
            <a:avLst/>
          </a:prstGeom>
          <a:noFill/>
          <a:ln>
            <a:noFill/>
          </a:ln>
          <a:effectLst>
            <a:outerShdw blurRad="57150" dist="19050" dir="5400000" algn="bl" rotWithShape="0">
              <a:srgbClr val="000000">
                <a:alpha val="26000"/>
              </a:srgbClr>
            </a:outerShdw>
          </a:effec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9"/>
        <p:cNvGrpSpPr/>
        <p:nvPr/>
      </p:nvGrpSpPr>
      <p:grpSpPr>
        <a:xfrm>
          <a:off x="0" y="0"/>
          <a:ext cx="0" cy="0"/>
          <a:chOff x="0" y="0"/>
          <a:chExt cx="0" cy="0"/>
        </a:xfrm>
      </p:grpSpPr>
      <p:pic>
        <p:nvPicPr>
          <p:cNvPr id="120" name="Google Shape;120;p14"/>
          <p:cNvPicPr preferRelativeResize="0"/>
          <p:nvPr/>
        </p:nvPicPr>
        <p:blipFill rotWithShape="1">
          <a:blip r:embed="rId2">
            <a:alphaModFix/>
          </a:blip>
          <a:srcRect t="474" b="21844"/>
          <a:stretch/>
        </p:blipFill>
        <p:spPr>
          <a:xfrm>
            <a:off x="0" y="0"/>
            <a:ext cx="9144003" cy="5143500"/>
          </a:xfrm>
          <a:prstGeom prst="rect">
            <a:avLst/>
          </a:prstGeom>
          <a:noFill/>
          <a:ln>
            <a:noFill/>
          </a:ln>
        </p:spPr>
      </p:pic>
      <p:sp>
        <p:nvSpPr>
          <p:cNvPr id="121" name="Google Shape;121;p14"/>
          <p:cNvSpPr txBox="1">
            <a:spLocks noGrp="1"/>
          </p:cNvSpPr>
          <p:nvPr>
            <p:ph type="title"/>
          </p:nvPr>
        </p:nvSpPr>
        <p:spPr>
          <a:xfrm>
            <a:off x="1432500" y="3197700"/>
            <a:ext cx="62790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2" name="Google Shape;122;p14"/>
          <p:cNvSpPr txBox="1">
            <a:spLocks noGrp="1"/>
          </p:cNvSpPr>
          <p:nvPr>
            <p:ph type="subTitle" idx="1"/>
          </p:nvPr>
        </p:nvSpPr>
        <p:spPr>
          <a:xfrm>
            <a:off x="1432500" y="1608725"/>
            <a:ext cx="6279000" cy="147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grpSp>
        <p:nvGrpSpPr>
          <p:cNvPr id="123" name="Google Shape;123;p14"/>
          <p:cNvGrpSpPr/>
          <p:nvPr/>
        </p:nvGrpSpPr>
        <p:grpSpPr>
          <a:xfrm>
            <a:off x="-1114796" y="-577272"/>
            <a:ext cx="11464405" cy="6718569"/>
            <a:chOff x="-1114796" y="-577272"/>
            <a:chExt cx="11464405" cy="6718569"/>
          </a:xfrm>
        </p:grpSpPr>
        <p:pic>
          <p:nvPicPr>
            <p:cNvPr id="124" name="Google Shape;124;p14"/>
            <p:cNvPicPr preferRelativeResize="0"/>
            <p:nvPr/>
          </p:nvPicPr>
          <p:blipFill>
            <a:blip r:embed="rId3">
              <a:alphaModFix/>
            </a:blip>
            <a:stretch>
              <a:fillRect/>
            </a:stretch>
          </p:blipFill>
          <p:spPr>
            <a:xfrm rot="1330482">
              <a:off x="-898550" y="-200600"/>
              <a:ext cx="2309200" cy="1598400"/>
            </a:xfrm>
            <a:prstGeom prst="rect">
              <a:avLst/>
            </a:prstGeom>
            <a:noFill/>
            <a:ln>
              <a:noFill/>
            </a:ln>
            <a:effectLst>
              <a:outerShdw blurRad="57150" dist="19050" dir="5400000" algn="bl" rotWithShape="0">
                <a:srgbClr val="000000">
                  <a:alpha val="25000"/>
                </a:srgbClr>
              </a:outerShdw>
            </a:effectLst>
          </p:spPr>
        </p:pic>
        <p:pic>
          <p:nvPicPr>
            <p:cNvPr id="125" name="Google Shape;125;p14"/>
            <p:cNvPicPr preferRelativeResize="0"/>
            <p:nvPr/>
          </p:nvPicPr>
          <p:blipFill>
            <a:blip r:embed="rId3">
              <a:alphaModFix/>
            </a:blip>
            <a:stretch>
              <a:fillRect/>
            </a:stretch>
          </p:blipFill>
          <p:spPr>
            <a:xfrm rot="-1330482" flipH="1">
              <a:off x="7824163" y="4166225"/>
              <a:ext cx="2309200" cy="1598400"/>
            </a:xfrm>
            <a:prstGeom prst="rect">
              <a:avLst/>
            </a:prstGeom>
            <a:noFill/>
            <a:ln>
              <a:noFill/>
            </a:ln>
            <a:effectLst>
              <a:outerShdw blurRad="57150" dist="19050" dir="5400000" algn="bl" rotWithShape="0">
                <a:srgbClr val="000000">
                  <a:alpha val="25000"/>
                </a:srgbClr>
              </a:outerShdw>
            </a:effectLst>
          </p:spPr>
        </p:pic>
      </p:grpSp>
      <p:grpSp>
        <p:nvGrpSpPr>
          <p:cNvPr id="126" name="Google Shape;126;p14"/>
          <p:cNvGrpSpPr/>
          <p:nvPr/>
        </p:nvGrpSpPr>
        <p:grpSpPr>
          <a:xfrm>
            <a:off x="-942557" y="-577275"/>
            <a:ext cx="10955982" cy="6469966"/>
            <a:chOff x="-942557" y="-577275"/>
            <a:chExt cx="10955982" cy="6469966"/>
          </a:xfrm>
        </p:grpSpPr>
        <p:pic>
          <p:nvPicPr>
            <p:cNvPr id="127" name="Google Shape;127;p14"/>
            <p:cNvPicPr preferRelativeResize="0"/>
            <p:nvPr/>
          </p:nvPicPr>
          <p:blipFill>
            <a:blip r:embed="rId4">
              <a:alphaModFix/>
            </a:blip>
            <a:stretch>
              <a:fillRect/>
            </a:stretch>
          </p:blipFill>
          <p:spPr>
            <a:xfrm rot="10800000">
              <a:off x="7944099" y="-577275"/>
              <a:ext cx="2069325" cy="1883125"/>
            </a:xfrm>
            <a:prstGeom prst="rect">
              <a:avLst/>
            </a:prstGeom>
            <a:noFill/>
            <a:ln>
              <a:noFill/>
            </a:ln>
          </p:spPr>
        </p:pic>
        <p:pic>
          <p:nvPicPr>
            <p:cNvPr id="128" name="Google Shape;128;p14"/>
            <p:cNvPicPr preferRelativeResize="0"/>
            <p:nvPr/>
          </p:nvPicPr>
          <p:blipFill>
            <a:blip r:embed="rId4">
              <a:alphaModFix/>
            </a:blip>
            <a:stretch>
              <a:fillRect/>
            </a:stretch>
          </p:blipFill>
          <p:spPr>
            <a:xfrm rot="1180651">
              <a:off x="-704350" y="3872373"/>
              <a:ext cx="1920798" cy="1747965"/>
            </a:xfrm>
            <a:prstGeom prst="rect">
              <a:avLst/>
            </a:prstGeom>
            <a:noFill/>
            <a:ln>
              <a:noFill/>
            </a:ln>
            <a:effectLst>
              <a:outerShdw blurRad="57150" dist="19050" dir="5400000" algn="bl" rotWithShape="0">
                <a:srgbClr val="000000">
                  <a:alpha val="26000"/>
                </a:srgbClr>
              </a:outerShdw>
            </a:effectLst>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153"/>
        <p:cNvGrpSpPr/>
        <p:nvPr/>
      </p:nvGrpSpPr>
      <p:grpSpPr>
        <a:xfrm>
          <a:off x="0" y="0"/>
          <a:ext cx="0" cy="0"/>
          <a:chOff x="0" y="0"/>
          <a:chExt cx="0" cy="0"/>
        </a:xfrm>
      </p:grpSpPr>
      <p:pic>
        <p:nvPicPr>
          <p:cNvPr id="154" name="Google Shape;154;p18"/>
          <p:cNvPicPr preferRelativeResize="0"/>
          <p:nvPr/>
        </p:nvPicPr>
        <p:blipFill rotWithShape="1">
          <a:blip r:embed="rId2">
            <a:alphaModFix/>
          </a:blip>
          <a:srcRect t="474" b="21844"/>
          <a:stretch/>
        </p:blipFill>
        <p:spPr>
          <a:xfrm>
            <a:off x="0" y="0"/>
            <a:ext cx="9144003" cy="5143500"/>
          </a:xfrm>
          <a:prstGeom prst="rect">
            <a:avLst/>
          </a:prstGeom>
          <a:noFill/>
          <a:ln>
            <a:noFill/>
          </a:ln>
        </p:spPr>
      </p:pic>
      <p:sp>
        <p:nvSpPr>
          <p:cNvPr id="155" name="Google Shape;155;p18"/>
          <p:cNvSpPr txBox="1">
            <a:spLocks noGrp="1"/>
          </p:cNvSpPr>
          <p:nvPr>
            <p:ph type="title"/>
          </p:nvPr>
        </p:nvSpPr>
        <p:spPr>
          <a:xfrm>
            <a:off x="720000" y="1933319"/>
            <a:ext cx="33969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6" name="Google Shape;156;p18"/>
          <p:cNvSpPr txBox="1">
            <a:spLocks noGrp="1"/>
          </p:cNvSpPr>
          <p:nvPr>
            <p:ph type="subTitle" idx="1"/>
          </p:nvPr>
        </p:nvSpPr>
        <p:spPr>
          <a:xfrm>
            <a:off x="720000" y="2429819"/>
            <a:ext cx="3396900" cy="8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157" name="Google Shape;157;p18"/>
          <p:cNvGrpSpPr/>
          <p:nvPr/>
        </p:nvGrpSpPr>
        <p:grpSpPr>
          <a:xfrm>
            <a:off x="-360399" y="181548"/>
            <a:ext cx="10148974" cy="1983652"/>
            <a:chOff x="-360399" y="181548"/>
            <a:chExt cx="10148974" cy="1983652"/>
          </a:xfrm>
        </p:grpSpPr>
        <p:pic>
          <p:nvPicPr>
            <p:cNvPr id="158" name="Google Shape;158;p18"/>
            <p:cNvPicPr preferRelativeResize="0"/>
            <p:nvPr/>
          </p:nvPicPr>
          <p:blipFill>
            <a:blip r:embed="rId3">
              <a:alphaModFix/>
            </a:blip>
            <a:stretch>
              <a:fillRect/>
            </a:stretch>
          </p:blipFill>
          <p:spPr>
            <a:xfrm rot="1330475">
              <a:off x="7920394" y="704163"/>
              <a:ext cx="1708214" cy="1182399"/>
            </a:xfrm>
            <a:prstGeom prst="rect">
              <a:avLst/>
            </a:prstGeom>
            <a:noFill/>
            <a:ln>
              <a:noFill/>
            </a:ln>
            <a:effectLst>
              <a:outerShdw blurRad="57150" dist="19050" dir="5400000" algn="bl" rotWithShape="0">
                <a:srgbClr val="000000">
                  <a:alpha val="25000"/>
                </a:srgbClr>
              </a:outerShdw>
            </a:effectLst>
          </p:spPr>
        </p:pic>
        <p:pic>
          <p:nvPicPr>
            <p:cNvPr id="159" name="Google Shape;159;p18"/>
            <p:cNvPicPr preferRelativeResize="0"/>
            <p:nvPr/>
          </p:nvPicPr>
          <p:blipFill>
            <a:blip r:embed="rId4">
              <a:alphaModFix/>
            </a:blip>
            <a:stretch>
              <a:fillRect/>
            </a:stretch>
          </p:blipFill>
          <p:spPr>
            <a:xfrm flipH="1">
              <a:off x="-360399" y="181548"/>
              <a:ext cx="1570974" cy="1025843"/>
            </a:xfrm>
            <a:prstGeom prst="rect">
              <a:avLst/>
            </a:prstGeom>
            <a:noFill/>
            <a:ln>
              <a:noFill/>
            </a:ln>
            <a:effectLst>
              <a:outerShdw blurRad="57150" dist="19050" dir="5400000" algn="bl" rotWithShape="0">
                <a:srgbClr val="000000">
                  <a:alpha val="25000"/>
                </a:srgbClr>
              </a:outerShdw>
            </a:effectLst>
          </p:spPr>
        </p:pic>
      </p:grpSp>
      <p:pic>
        <p:nvPicPr>
          <p:cNvPr id="160" name="Google Shape;160;p18"/>
          <p:cNvPicPr preferRelativeResize="0"/>
          <p:nvPr/>
        </p:nvPicPr>
        <p:blipFill>
          <a:blip r:embed="rId5">
            <a:alphaModFix/>
          </a:blip>
          <a:stretch>
            <a:fillRect/>
          </a:stretch>
        </p:blipFill>
        <p:spPr>
          <a:xfrm rot="1180651">
            <a:off x="-704350" y="3872373"/>
            <a:ext cx="1920798" cy="1747965"/>
          </a:xfrm>
          <a:prstGeom prst="rect">
            <a:avLst/>
          </a:prstGeom>
          <a:noFill/>
          <a:ln>
            <a:noFill/>
          </a:ln>
          <a:effectLst>
            <a:outerShdw blurRad="57150" dist="19050" dir="5400000" algn="bl" rotWithShape="0">
              <a:srgbClr val="000000">
                <a:alpha val="26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4">
  <p:cSld name="CUSTOM_4_2_1">
    <p:spTree>
      <p:nvGrpSpPr>
        <p:cNvPr id="1" name="Shape 161"/>
        <p:cNvGrpSpPr/>
        <p:nvPr/>
      </p:nvGrpSpPr>
      <p:grpSpPr>
        <a:xfrm>
          <a:off x="0" y="0"/>
          <a:ext cx="0" cy="0"/>
          <a:chOff x="0" y="0"/>
          <a:chExt cx="0" cy="0"/>
        </a:xfrm>
      </p:grpSpPr>
      <p:pic>
        <p:nvPicPr>
          <p:cNvPr id="162" name="Google Shape;162;p19"/>
          <p:cNvPicPr preferRelativeResize="0"/>
          <p:nvPr/>
        </p:nvPicPr>
        <p:blipFill rotWithShape="1">
          <a:blip r:embed="rId2">
            <a:alphaModFix/>
          </a:blip>
          <a:srcRect t="474" b="21844"/>
          <a:stretch/>
        </p:blipFill>
        <p:spPr>
          <a:xfrm>
            <a:off x="0" y="0"/>
            <a:ext cx="9144003" cy="5143500"/>
          </a:xfrm>
          <a:prstGeom prst="rect">
            <a:avLst/>
          </a:prstGeom>
          <a:noFill/>
          <a:ln>
            <a:noFill/>
          </a:ln>
        </p:spPr>
      </p:pic>
      <p:sp>
        <p:nvSpPr>
          <p:cNvPr id="163" name="Google Shape;163;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4" name="Google Shape;164;p19"/>
          <p:cNvSpPr txBox="1">
            <a:spLocks noGrp="1"/>
          </p:cNvSpPr>
          <p:nvPr>
            <p:ph type="body" idx="1"/>
          </p:nvPr>
        </p:nvSpPr>
        <p:spPr>
          <a:xfrm>
            <a:off x="720000" y="1215750"/>
            <a:ext cx="7704000" cy="32901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165" name="Google Shape;165;p19"/>
          <p:cNvGrpSpPr/>
          <p:nvPr/>
        </p:nvGrpSpPr>
        <p:grpSpPr>
          <a:xfrm>
            <a:off x="-895525" y="-777023"/>
            <a:ext cx="10927453" cy="6026523"/>
            <a:chOff x="-895525" y="-777023"/>
            <a:chExt cx="10927453" cy="6026523"/>
          </a:xfrm>
        </p:grpSpPr>
        <p:pic>
          <p:nvPicPr>
            <p:cNvPr id="166" name="Google Shape;166;p19"/>
            <p:cNvPicPr preferRelativeResize="0"/>
            <p:nvPr/>
          </p:nvPicPr>
          <p:blipFill>
            <a:blip r:embed="rId3">
              <a:alphaModFix/>
            </a:blip>
            <a:stretch>
              <a:fillRect/>
            </a:stretch>
          </p:blipFill>
          <p:spPr>
            <a:xfrm flipH="1">
              <a:off x="-895525" y="4068850"/>
              <a:ext cx="1705675" cy="1180650"/>
            </a:xfrm>
            <a:prstGeom prst="rect">
              <a:avLst/>
            </a:prstGeom>
            <a:noFill/>
            <a:ln>
              <a:noFill/>
            </a:ln>
            <a:effectLst>
              <a:outerShdw blurRad="57150" dist="19050" dir="5400000" algn="bl" rotWithShape="0">
                <a:srgbClr val="000000">
                  <a:alpha val="23000"/>
                </a:srgbClr>
              </a:outerShdw>
            </a:effectLst>
          </p:spPr>
        </p:pic>
        <p:pic>
          <p:nvPicPr>
            <p:cNvPr id="167" name="Google Shape;167;p19"/>
            <p:cNvPicPr preferRelativeResize="0"/>
            <p:nvPr/>
          </p:nvPicPr>
          <p:blipFill>
            <a:blip r:embed="rId3">
              <a:alphaModFix/>
            </a:blip>
            <a:stretch>
              <a:fillRect/>
            </a:stretch>
          </p:blipFill>
          <p:spPr>
            <a:xfrm rot="946869">
              <a:off x="7974632" y="-541814"/>
              <a:ext cx="1913265" cy="1324329"/>
            </a:xfrm>
            <a:prstGeom prst="rect">
              <a:avLst/>
            </a:prstGeom>
            <a:noFill/>
            <a:ln>
              <a:noFill/>
            </a:ln>
            <a:effectLst>
              <a:outerShdw blurRad="57150" dist="19050" dir="5400000" algn="bl" rotWithShape="0">
                <a:srgbClr val="000000">
                  <a:alpha val="27000"/>
                </a:srgbClr>
              </a:outerShdw>
            </a:effectLst>
          </p:spPr>
        </p:pic>
      </p:grpSp>
      <p:pic>
        <p:nvPicPr>
          <p:cNvPr id="168" name="Google Shape;168;p19"/>
          <p:cNvPicPr preferRelativeResize="0"/>
          <p:nvPr/>
        </p:nvPicPr>
        <p:blipFill>
          <a:blip r:embed="rId4">
            <a:alphaModFix/>
          </a:blip>
          <a:stretch>
            <a:fillRect/>
          </a:stretch>
        </p:blipFill>
        <p:spPr>
          <a:xfrm rot="1978976" flipH="1">
            <a:off x="8145563" y="4414578"/>
            <a:ext cx="1706284" cy="1008000"/>
          </a:xfrm>
          <a:prstGeom prst="rect">
            <a:avLst/>
          </a:prstGeom>
          <a:noFill/>
          <a:ln>
            <a:noFill/>
          </a:ln>
          <a:effectLst>
            <a:outerShdw blurRad="57150" dist="19050" dir="5400000" algn="bl" rotWithShape="0">
              <a:srgbClr val="000000">
                <a:alpha val="26000"/>
              </a:srgbClr>
            </a:outerShdw>
          </a:effectLst>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80"/>
        <p:cNvGrpSpPr/>
        <p:nvPr/>
      </p:nvGrpSpPr>
      <p:grpSpPr>
        <a:xfrm>
          <a:off x="0" y="0"/>
          <a:ext cx="0" cy="0"/>
          <a:chOff x="0" y="0"/>
          <a:chExt cx="0" cy="0"/>
        </a:xfrm>
      </p:grpSpPr>
      <p:pic>
        <p:nvPicPr>
          <p:cNvPr id="181" name="Google Shape;181;p21"/>
          <p:cNvPicPr preferRelativeResize="0"/>
          <p:nvPr/>
        </p:nvPicPr>
        <p:blipFill rotWithShape="1">
          <a:blip r:embed="rId2">
            <a:alphaModFix/>
          </a:blip>
          <a:srcRect t="474" b="21844"/>
          <a:stretch/>
        </p:blipFill>
        <p:spPr>
          <a:xfrm>
            <a:off x="0" y="0"/>
            <a:ext cx="9144003" cy="5143500"/>
          </a:xfrm>
          <a:prstGeom prst="rect">
            <a:avLst/>
          </a:prstGeom>
          <a:noFill/>
          <a:ln>
            <a:noFill/>
          </a:ln>
        </p:spPr>
      </p:pic>
      <p:sp>
        <p:nvSpPr>
          <p:cNvPr id="182" name="Google Shape;18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3" name="Google Shape;183;p21"/>
          <p:cNvSpPr txBox="1">
            <a:spLocks noGrp="1"/>
          </p:cNvSpPr>
          <p:nvPr>
            <p:ph type="subTitle" idx="1"/>
          </p:nvPr>
        </p:nvSpPr>
        <p:spPr>
          <a:xfrm>
            <a:off x="4494100" y="1787325"/>
            <a:ext cx="3571200" cy="226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4" name="Google Shape;184;p21"/>
          <p:cNvSpPr txBox="1">
            <a:spLocks noGrp="1"/>
          </p:cNvSpPr>
          <p:nvPr>
            <p:ph type="subTitle" idx="2"/>
          </p:nvPr>
        </p:nvSpPr>
        <p:spPr>
          <a:xfrm>
            <a:off x="720000" y="1787325"/>
            <a:ext cx="3571200" cy="226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85" name="Google Shape;185;p21"/>
          <p:cNvGrpSpPr/>
          <p:nvPr/>
        </p:nvGrpSpPr>
        <p:grpSpPr>
          <a:xfrm>
            <a:off x="-820575" y="-777023"/>
            <a:ext cx="10852503" cy="5862848"/>
            <a:chOff x="-820575" y="-777023"/>
            <a:chExt cx="10852503" cy="5862848"/>
          </a:xfrm>
        </p:grpSpPr>
        <p:pic>
          <p:nvPicPr>
            <p:cNvPr id="186" name="Google Shape;186;p21"/>
            <p:cNvPicPr preferRelativeResize="0"/>
            <p:nvPr/>
          </p:nvPicPr>
          <p:blipFill>
            <a:blip r:embed="rId3">
              <a:alphaModFix/>
            </a:blip>
            <a:stretch>
              <a:fillRect/>
            </a:stretch>
          </p:blipFill>
          <p:spPr>
            <a:xfrm flipH="1">
              <a:off x="-820575" y="3905175"/>
              <a:ext cx="1705675" cy="1180650"/>
            </a:xfrm>
            <a:prstGeom prst="rect">
              <a:avLst/>
            </a:prstGeom>
            <a:noFill/>
            <a:ln>
              <a:noFill/>
            </a:ln>
            <a:effectLst>
              <a:outerShdw blurRad="57150" dist="19050" dir="5400000" algn="bl" rotWithShape="0">
                <a:srgbClr val="000000">
                  <a:alpha val="23000"/>
                </a:srgbClr>
              </a:outerShdw>
            </a:effectLst>
          </p:spPr>
        </p:pic>
        <p:pic>
          <p:nvPicPr>
            <p:cNvPr id="187" name="Google Shape;187;p21"/>
            <p:cNvPicPr preferRelativeResize="0"/>
            <p:nvPr/>
          </p:nvPicPr>
          <p:blipFill>
            <a:blip r:embed="rId3">
              <a:alphaModFix/>
            </a:blip>
            <a:stretch>
              <a:fillRect/>
            </a:stretch>
          </p:blipFill>
          <p:spPr>
            <a:xfrm rot="946869">
              <a:off x="7974632" y="-541814"/>
              <a:ext cx="1913265" cy="1324329"/>
            </a:xfrm>
            <a:prstGeom prst="rect">
              <a:avLst/>
            </a:prstGeom>
            <a:noFill/>
            <a:ln>
              <a:noFill/>
            </a:ln>
            <a:effectLst>
              <a:outerShdw blurRad="57150" dist="19050" dir="5400000" algn="bl" rotWithShape="0">
                <a:srgbClr val="000000">
                  <a:alpha val="27000"/>
                </a:srgbClr>
              </a:outerShdw>
            </a:effectLst>
          </p:spPr>
        </p:pic>
      </p:grpSp>
      <p:pic>
        <p:nvPicPr>
          <p:cNvPr id="188" name="Google Shape;188;p21"/>
          <p:cNvPicPr preferRelativeResize="0"/>
          <p:nvPr/>
        </p:nvPicPr>
        <p:blipFill>
          <a:blip r:embed="rId4">
            <a:alphaModFix/>
          </a:blip>
          <a:stretch>
            <a:fillRect/>
          </a:stretch>
        </p:blipFill>
        <p:spPr>
          <a:xfrm rot="1978976" flipH="1">
            <a:off x="8145563" y="4414578"/>
            <a:ext cx="1706284" cy="1008000"/>
          </a:xfrm>
          <a:prstGeom prst="rect">
            <a:avLst/>
          </a:prstGeom>
          <a:noFill/>
          <a:ln>
            <a:noFill/>
          </a:ln>
          <a:effectLst>
            <a:outerShdw blurRad="57150" dist="19050" dir="5400000" algn="bl" rotWithShape="0">
              <a:srgbClr val="000000">
                <a:alpha val="26000"/>
              </a:srgbClr>
            </a:outerShdw>
          </a:effectLst>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3">
  <p:cSld name="TITLE_AND_TWO_COLUMNS_1_1_1">
    <p:spTree>
      <p:nvGrpSpPr>
        <p:cNvPr id="1" name="Shape 189"/>
        <p:cNvGrpSpPr/>
        <p:nvPr/>
      </p:nvGrpSpPr>
      <p:grpSpPr>
        <a:xfrm>
          <a:off x="0" y="0"/>
          <a:ext cx="0" cy="0"/>
          <a:chOff x="0" y="0"/>
          <a:chExt cx="0" cy="0"/>
        </a:xfrm>
      </p:grpSpPr>
      <p:pic>
        <p:nvPicPr>
          <p:cNvPr id="190" name="Google Shape;190;p22"/>
          <p:cNvPicPr preferRelativeResize="0"/>
          <p:nvPr/>
        </p:nvPicPr>
        <p:blipFill rotWithShape="1">
          <a:blip r:embed="rId2">
            <a:alphaModFix/>
          </a:blip>
          <a:srcRect t="474" b="21844"/>
          <a:stretch/>
        </p:blipFill>
        <p:spPr>
          <a:xfrm>
            <a:off x="0" y="0"/>
            <a:ext cx="9144003" cy="5143500"/>
          </a:xfrm>
          <a:prstGeom prst="rect">
            <a:avLst/>
          </a:prstGeom>
          <a:noFill/>
          <a:ln>
            <a:noFill/>
          </a:ln>
        </p:spPr>
      </p:pic>
      <p:sp>
        <p:nvSpPr>
          <p:cNvPr id="191" name="Google Shape;191;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2" name="Google Shape;192;p22"/>
          <p:cNvSpPr txBox="1">
            <a:spLocks noGrp="1"/>
          </p:cNvSpPr>
          <p:nvPr>
            <p:ph type="body" idx="1"/>
          </p:nvPr>
        </p:nvSpPr>
        <p:spPr>
          <a:xfrm>
            <a:off x="720000" y="1215750"/>
            <a:ext cx="3852000" cy="3388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Anaheim"/>
              <a:buChar char="●"/>
              <a:defRPr/>
            </a:lvl1pPr>
            <a:lvl2pPr marL="914400" lvl="1" indent="-317500" rtl="0">
              <a:lnSpc>
                <a:spcPct val="100000"/>
              </a:lnSpc>
              <a:spcBef>
                <a:spcPts val="0"/>
              </a:spcBef>
              <a:spcAft>
                <a:spcPts val="0"/>
              </a:spcAft>
              <a:buSzPts val="1400"/>
              <a:buFont typeface="Anaheim"/>
              <a:buChar char="○"/>
              <a:defRPr/>
            </a:lvl2pPr>
            <a:lvl3pPr marL="1371600" lvl="2" indent="-317500" rtl="0">
              <a:lnSpc>
                <a:spcPct val="100000"/>
              </a:lnSpc>
              <a:spcBef>
                <a:spcPts val="0"/>
              </a:spcBef>
              <a:spcAft>
                <a:spcPts val="0"/>
              </a:spcAft>
              <a:buSzPts val="1400"/>
              <a:buFont typeface="Anaheim"/>
              <a:buChar char="■"/>
              <a:defRPr/>
            </a:lvl3pPr>
            <a:lvl4pPr marL="1828800" lvl="3" indent="-317500" rtl="0">
              <a:lnSpc>
                <a:spcPct val="100000"/>
              </a:lnSpc>
              <a:spcBef>
                <a:spcPts val="0"/>
              </a:spcBef>
              <a:spcAft>
                <a:spcPts val="0"/>
              </a:spcAft>
              <a:buSzPts val="1400"/>
              <a:buFont typeface="Anaheim"/>
              <a:buChar char="●"/>
              <a:defRPr/>
            </a:lvl4pPr>
            <a:lvl5pPr marL="2286000" lvl="4" indent="-317500" rtl="0">
              <a:lnSpc>
                <a:spcPct val="100000"/>
              </a:lnSpc>
              <a:spcBef>
                <a:spcPts val="0"/>
              </a:spcBef>
              <a:spcAft>
                <a:spcPts val="0"/>
              </a:spcAft>
              <a:buSzPts val="1400"/>
              <a:buFont typeface="Anaheim"/>
              <a:buChar char="○"/>
              <a:defRPr/>
            </a:lvl5pPr>
            <a:lvl6pPr marL="2743200" lvl="5" indent="-317500" rtl="0">
              <a:lnSpc>
                <a:spcPct val="100000"/>
              </a:lnSpc>
              <a:spcBef>
                <a:spcPts val="0"/>
              </a:spcBef>
              <a:spcAft>
                <a:spcPts val="0"/>
              </a:spcAft>
              <a:buSzPts val="1400"/>
              <a:buFont typeface="Anaheim"/>
              <a:buChar char="■"/>
              <a:defRPr/>
            </a:lvl6pPr>
            <a:lvl7pPr marL="3200400" lvl="6" indent="-317500" rtl="0">
              <a:lnSpc>
                <a:spcPct val="100000"/>
              </a:lnSpc>
              <a:spcBef>
                <a:spcPts val="0"/>
              </a:spcBef>
              <a:spcAft>
                <a:spcPts val="0"/>
              </a:spcAft>
              <a:buSzPts val="1400"/>
              <a:buFont typeface="Anaheim"/>
              <a:buChar char="●"/>
              <a:defRPr/>
            </a:lvl7pPr>
            <a:lvl8pPr marL="3657600" lvl="7" indent="-317500" rtl="0">
              <a:lnSpc>
                <a:spcPct val="100000"/>
              </a:lnSpc>
              <a:spcBef>
                <a:spcPts val="0"/>
              </a:spcBef>
              <a:spcAft>
                <a:spcPts val="0"/>
              </a:spcAft>
              <a:buSzPts val="1400"/>
              <a:buFont typeface="Anaheim"/>
              <a:buChar char="○"/>
              <a:defRPr/>
            </a:lvl8pPr>
            <a:lvl9pPr marL="4114800" lvl="8" indent="-317500" rtl="0">
              <a:lnSpc>
                <a:spcPct val="100000"/>
              </a:lnSpc>
              <a:spcBef>
                <a:spcPts val="0"/>
              </a:spcBef>
              <a:spcAft>
                <a:spcPts val="0"/>
              </a:spcAft>
              <a:buSzPts val="1400"/>
              <a:buFont typeface="Anaheim"/>
              <a:buChar char="■"/>
              <a:defRPr/>
            </a:lvl9pPr>
          </a:lstStyle>
          <a:p>
            <a:endParaRPr/>
          </a:p>
        </p:txBody>
      </p:sp>
      <p:pic>
        <p:nvPicPr>
          <p:cNvPr id="193" name="Google Shape;193;p22"/>
          <p:cNvPicPr preferRelativeResize="0"/>
          <p:nvPr/>
        </p:nvPicPr>
        <p:blipFill>
          <a:blip r:embed="rId3">
            <a:alphaModFix/>
          </a:blip>
          <a:stretch>
            <a:fillRect/>
          </a:stretch>
        </p:blipFill>
        <p:spPr>
          <a:xfrm rot="1180651">
            <a:off x="-1063950" y="4131473"/>
            <a:ext cx="1920798" cy="1747965"/>
          </a:xfrm>
          <a:prstGeom prst="rect">
            <a:avLst/>
          </a:prstGeom>
          <a:noFill/>
          <a:ln>
            <a:noFill/>
          </a:ln>
          <a:effectLst>
            <a:outerShdw blurRad="57150" dist="19050" dir="5400000" algn="bl" rotWithShape="0">
              <a:srgbClr val="000000">
                <a:alpha val="26000"/>
              </a:srgbClr>
            </a:outerShdw>
          </a:effectLst>
        </p:spPr>
      </p:pic>
      <p:grpSp>
        <p:nvGrpSpPr>
          <p:cNvPr id="194" name="Google Shape;194;p22"/>
          <p:cNvGrpSpPr/>
          <p:nvPr/>
        </p:nvGrpSpPr>
        <p:grpSpPr>
          <a:xfrm>
            <a:off x="-760324" y="-347702"/>
            <a:ext cx="10668524" cy="1757040"/>
            <a:chOff x="-760324" y="-347702"/>
            <a:chExt cx="10668524" cy="1757040"/>
          </a:xfrm>
        </p:grpSpPr>
        <p:pic>
          <p:nvPicPr>
            <p:cNvPr id="195" name="Google Shape;195;p22"/>
            <p:cNvPicPr preferRelativeResize="0"/>
            <p:nvPr/>
          </p:nvPicPr>
          <p:blipFill>
            <a:blip r:embed="rId4">
              <a:alphaModFix/>
            </a:blip>
            <a:stretch>
              <a:fillRect/>
            </a:stretch>
          </p:blipFill>
          <p:spPr>
            <a:xfrm rot="1330475">
              <a:off x="8040019" y="-51700"/>
              <a:ext cx="1708214" cy="1182399"/>
            </a:xfrm>
            <a:prstGeom prst="rect">
              <a:avLst/>
            </a:prstGeom>
            <a:noFill/>
            <a:ln>
              <a:noFill/>
            </a:ln>
            <a:effectLst>
              <a:outerShdw blurRad="57150" dist="19050" dir="5400000" algn="bl" rotWithShape="0">
                <a:srgbClr val="000000">
                  <a:alpha val="25000"/>
                </a:srgbClr>
              </a:outerShdw>
            </a:effectLst>
          </p:spPr>
        </p:pic>
        <p:pic>
          <p:nvPicPr>
            <p:cNvPr id="196" name="Google Shape;196;p22"/>
            <p:cNvPicPr preferRelativeResize="0"/>
            <p:nvPr/>
          </p:nvPicPr>
          <p:blipFill>
            <a:blip r:embed="rId5">
              <a:alphaModFix/>
            </a:blip>
            <a:stretch>
              <a:fillRect/>
            </a:stretch>
          </p:blipFill>
          <p:spPr>
            <a:xfrm flipH="1">
              <a:off x="-760324" y="-347702"/>
              <a:ext cx="1570974" cy="1025843"/>
            </a:xfrm>
            <a:prstGeom prst="rect">
              <a:avLst/>
            </a:prstGeom>
            <a:noFill/>
            <a:ln>
              <a:noFill/>
            </a:ln>
            <a:effectLst>
              <a:outerShdw blurRad="57150" dist="19050" dir="5400000" algn="bl" rotWithShape="0">
                <a:srgbClr val="000000">
                  <a:alpha val="25000"/>
                </a:srgbClr>
              </a:outerShdw>
            </a:effectLst>
          </p:spPr>
        </p:pic>
      </p:grpSp>
      <p:sp>
        <p:nvSpPr>
          <p:cNvPr id="197" name="Google Shape;197;p22"/>
          <p:cNvSpPr txBox="1">
            <a:spLocks noGrp="1"/>
          </p:cNvSpPr>
          <p:nvPr>
            <p:ph type="body" idx="2"/>
          </p:nvPr>
        </p:nvSpPr>
        <p:spPr>
          <a:xfrm>
            <a:off x="4578775" y="1552900"/>
            <a:ext cx="3852000" cy="3051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Anaheim"/>
              <a:buChar char="●"/>
              <a:defRPr/>
            </a:lvl1pPr>
            <a:lvl2pPr marL="914400" lvl="1" indent="-317500" rtl="0">
              <a:lnSpc>
                <a:spcPct val="100000"/>
              </a:lnSpc>
              <a:spcBef>
                <a:spcPts val="0"/>
              </a:spcBef>
              <a:spcAft>
                <a:spcPts val="0"/>
              </a:spcAft>
              <a:buSzPts val="1400"/>
              <a:buFont typeface="Anaheim"/>
              <a:buChar char="○"/>
              <a:defRPr/>
            </a:lvl2pPr>
            <a:lvl3pPr marL="1371600" lvl="2" indent="-317500" rtl="0">
              <a:lnSpc>
                <a:spcPct val="100000"/>
              </a:lnSpc>
              <a:spcBef>
                <a:spcPts val="0"/>
              </a:spcBef>
              <a:spcAft>
                <a:spcPts val="0"/>
              </a:spcAft>
              <a:buSzPts val="1400"/>
              <a:buFont typeface="Anaheim"/>
              <a:buChar char="■"/>
              <a:defRPr/>
            </a:lvl3pPr>
            <a:lvl4pPr marL="1828800" lvl="3" indent="-317500" rtl="0">
              <a:lnSpc>
                <a:spcPct val="100000"/>
              </a:lnSpc>
              <a:spcBef>
                <a:spcPts val="0"/>
              </a:spcBef>
              <a:spcAft>
                <a:spcPts val="0"/>
              </a:spcAft>
              <a:buSzPts val="1400"/>
              <a:buFont typeface="Anaheim"/>
              <a:buChar char="●"/>
              <a:defRPr/>
            </a:lvl4pPr>
            <a:lvl5pPr marL="2286000" lvl="4" indent="-317500" rtl="0">
              <a:lnSpc>
                <a:spcPct val="100000"/>
              </a:lnSpc>
              <a:spcBef>
                <a:spcPts val="0"/>
              </a:spcBef>
              <a:spcAft>
                <a:spcPts val="0"/>
              </a:spcAft>
              <a:buSzPts val="1400"/>
              <a:buFont typeface="Anaheim"/>
              <a:buChar char="○"/>
              <a:defRPr/>
            </a:lvl5pPr>
            <a:lvl6pPr marL="2743200" lvl="5" indent="-317500" rtl="0">
              <a:lnSpc>
                <a:spcPct val="100000"/>
              </a:lnSpc>
              <a:spcBef>
                <a:spcPts val="0"/>
              </a:spcBef>
              <a:spcAft>
                <a:spcPts val="0"/>
              </a:spcAft>
              <a:buSzPts val="1400"/>
              <a:buFont typeface="Anaheim"/>
              <a:buChar char="■"/>
              <a:defRPr/>
            </a:lvl6pPr>
            <a:lvl7pPr marL="3200400" lvl="6" indent="-317500" rtl="0">
              <a:lnSpc>
                <a:spcPct val="100000"/>
              </a:lnSpc>
              <a:spcBef>
                <a:spcPts val="0"/>
              </a:spcBef>
              <a:spcAft>
                <a:spcPts val="0"/>
              </a:spcAft>
              <a:buSzPts val="1400"/>
              <a:buFont typeface="Anaheim"/>
              <a:buChar char="●"/>
              <a:defRPr/>
            </a:lvl7pPr>
            <a:lvl8pPr marL="3657600" lvl="7" indent="-317500" rtl="0">
              <a:lnSpc>
                <a:spcPct val="100000"/>
              </a:lnSpc>
              <a:spcBef>
                <a:spcPts val="0"/>
              </a:spcBef>
              <a:spcAft>
                <a:spcPts val="0"/>
              </a:spcAft>
              <a:buSzPts val="1400"/>
              <a:buFont typeface="Anaheim"/>
              <a:buChar char="○"/>
              <a:defRPr/>
            </a:lvl8pPr>
            <a:lvl9pPr marL="4114800" lvl="8" indent="-317500" rtl="0">
              <a:lnSpc>
                <a:spcPct val="100000"/>
              </a:lnSpc>
              <a:spcBef>
                <a:spcPts val="0"/>
              </a:spcBef>
              <a:spcAft>
                <a:spcPts val="0"/>
              </a:spcAft>
              <a:buSzPts val="1400"/>
              <a:buFont typeface="Anaheim"/>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79"/>
        <p:cNvGrpSpPr/>
        <p:nvPr/>
      </p:nvGrpSpPr>
      <p:grpSpPr>
        <a:xfrm>
          <a:off x="0" y="0"/>
          <a:ext cx="0" cy="0"/>
          <a:chOff x="0" y="0"/>
          <a:chExt cx="0" cy="0"/>
        </a:xfrm>
      </p:grpSpPr>
      <p:pic>
        <p:nvPicPr>
          <p:cNvPr id="280" name="Google Shape;280;p30"/>
          <p:cNvPicPr preferRelativeResize="0"/>
          <p:nvPr/>
        </p:nvPicPr>
        <p:blipFill rotWithShape="1">
          <a:blip r:embed="rId2">
            <a:alphaModFix/>
          </a:blip>
          <a:srcRect t="474" b="21844"/>
          <a:stretch/>
        </p:blipFill>
        <p:spPr>
          <a:xfrm>
            <a:off x="0" y="0"/>
            <a:ext cx="9144003" cy="5143500"/>
          </a:xfrm>
          <a:prstGeom prst="rect">
            <a:avLst/>
          </a:prstGeom>
          <a:noFill/>
          <a:ln>
            <a:noFill/>
          </a:ln>
        </p:spPr>
      </p:pic>
      <p:grpSp>
        <p:nvGrpSpPr>
          <p:cNvPr id="281" name="Google Shape;281;p30"/>
          <p:cNvGrpSpPr/>
          <p:nvPr/>
        </p:nvGrpSpPr>
        <p:grpSpPr>
          <a:xfrm>
            <a:off x="-794651" y="-1027845"/>
            <a:ext cx="1990421" cy="2420594"/>
            <a:chOff x="-794651" y="-1027845"/>
            <a:chExt cx="1990421" cy="2420594"/>
          </a:xfrm>
        </p:grpSpPr>
        <p:pic>
          <p:nvPicPr>
            <p:cNvPr id="282" name="Google Shape;282;p30"/>
            <p:cNvPicPr preferRelativeResize="0"/>
            <p:nvPr/>
          </p:nvPicPr>
          <p:blipFill>
            <a:blip r:embed="rId3">
              <a:alphaModFix/>
            </a:blip>
            <a:stretch>
              <a:fillRect/>
            </a:stretch>
          </p:blipFill>
          <p:spPr>
            <a:xfrm rot="-3837203" flipH="1">
              <a:off x="-537521" y="-336358"/>
              <a:ext cx="1466142" cy="1487715"/>
            </a:xfrm>
            <a:prstGeom prst="rect">
              <a:avLst/>
            </a:prstGeom>
            <a:noFill/>
            <a:ln>
              <a:noFill/>
            </a:ln>
            <a:effectLst>
              <a:outerShdw blurRad="57150" dist="19050" dir="5400000" algn="bl" rotWithShape="0">
                <a:srgbClr val="000000">
                  <a:alpha val="25000"/>
                </a:srgbClr>
              </a:outerShdw>
            </a:effectLst>
          </p:spPr>
        </p:pic>
        <p:pic>
          <p:nvPicPr>
            <p:cNvPr id="283" name="Google Shape;283;p30"/>
            <p:cNvPicPr preferRelativeResize="0"/>
            <p:nvPr/>
          </p:nvPicPr>
          <p:blipFill>
            <a:blip r:embed="rId4">
              <a:alphaModFix/>
            </a:blip>
            <a:stretch>
              <a:fillRect/>
            </a:stretch>
          </p:blipFill>
          <p:spPr>
            <a:xfrm rot="4969662" flipH="1">
              <a:off x="-445310" y="-948760"/>
              <a:ext cx="1538632" cy="1563661"/>
            </a:xfrm>
            <a:prstGeom prst="rect">
              <a:avLst/>
            </a:prstGeom>
            <a:noFill/>
            <a:ln>
              <a:noFill/>
            </a:ln>
            <a:effectLst>
              <a:outerShdw blurRad="57150" dist="19050" dir="5400000" algn="bl" rotWithShape="0">
                <a:srgbClr val="000000">
                  <a:alpha val="25000"/>
                </a:srgbClr>
              </a:outerShdw>
            </a:effectLst>
          </p:spPr>
        </p:pic>
      </p:grpSp>
      <p:sp>
        <p:nvSpPr>
          <p:cNvPr id="284" name="Google Shape;284;p30"/>
          <p:cNvSpPr txBox="1">
            <a:spLocks noGrp="1"/>
          </p:cNvSpPr>
          <p:nvPr>
            <p:ph type="title"/>
          </p:nvPr>
        </p:nvSpPr>
        <p:spPr>
          <a:xfrm>
            <a:off x="725224" y="555375"/>
            <a:ext cx="3846900" cy="1225500"/>
          </a:xfrm>
          <a:prstGeom prst="rect">
            <a:avLst/>
          </a:prstGeom>
        </p:spPr>
        <p:txBody>
          <a:bodyPr spcFirstLastPara="1" wrap="square" lIns="91425" tIns="91425" rIns="91425" bIns="91425" anchor="b" anchorCtr="0">
            <a:noAutofit/>
          </a:bodyPr>
          <a:lstStyle>
            <a:lvl1pPr lvl="0" rtl="0">
              <a:spcBef>
                <a:spcPts val="0"/>
              </a:spcBef>
              <a:spcAft>
                <a:spcPts val="0"/>
              </a:spcAft>
              <a:buSzPts val="33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5" name="Google Shape;285;p30"/>
          <p:cNvSpPr txBox="1">
            <a:spLocks noGrp="1"/>
          </p:cNvSpPr>
          <p:nvPr>
            <p:ph type="subTitle" idx="1"/>
          </p:nvPr>
        </p:nvSpPr>
        <p:spPr>
          <a:xfrm>
            <a:off x="725224" y="1689049"/>
            <a:ext cx="3846900" cy="105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86" name="Google Shape;286;p30"/>
          <p:cNvSpPr txBox="1"/>
          <p:nvPr/>
        </p:nvSpPr>
        <p:spPr>
          <a:xfrm>
            <a:off x="713225" y="3460450"/>
            <a:ext cx="3846900" cy="7917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Hind Madurai"/>
                <a:ea typeface="Hind Madurai"/>
                <a:cs typeface="Hind Madurai"/>
                <a:sym typeface="Hind Madurai"/>
              </a:rPr>
              <a:t>CREDITS:</a:t>
            </a:r>
            <a:r>
              <a:rPr lang="en" sz="1200">
                <a:solidFill>
                  <a:schemeClr val="dk1"/>
                </a:solidFill>
                <a:latin typeface="Hind Madurai"/>
                <a:ea typeface="Hind Madurai"/>
                <a:cs typeface="Hind Madurai"/>
                <a:sym typeface="Hind Madurai"/>
              </a:rPr>
              <a:t> This presentation template was created by </a:t>
            </a:r>
            <a:r>
              <a:rPr lang="en" sz="1200" b="1" u="sng">
                <a:solidFill>
                  <a:schemeClr val="dk1"/>
                </a:solidFill>
                <a:latin typeface="Hind Madurai"/>
                <a:ea typeface="Hind Madurai"/>
                <a:cs typeface="Hind Madurai"/>
                <a:sym typeface="Hind Madurai"/>
                <a:hlinkClick r:id="rId5">
                  <a:extLst>
                    <a:ext uri="{A12FA001-AC4F-418D-AE19-62706E023703}">
                      <ahyp:hlinkClr xmlns:ahyp="http://schemas.microsoft.com/office/drawing/2018/hyperlinkcolor" val="tx"/>
                    </a:ext>
                  </a:extLst>
                </a:hlinkClick>
              </a:rPr>
              <a:t>Slidesgo</a:t>
            </a:r>
            <a:r>
              <a:rPr lang="en" sz="1200">
                <a:solidFill>
                  <a:schemeClr val="dk1"/>
                </a:solidFill>
                <a:latin typeface="Hind Madurai"/>
                <a:ea typeface="Hind Madurai"/>
                <a:cs typeface="Hind Madurai"/>
                <a:sym typeface="Hind Madurai"/>
              </a:rPr>
              <a:t>, and includes icons by </a:t>
            </a:r>
            <a:r>
              <a:rPr lang="en" sz="1200" b="1" u="sng">
                <a:solidFill>
                  <a:schemeClr val="dk1"/>
                </a:solidFill>
                <a:latin typeface="Hind Madurai"/>
                <a:ea typeface="Hind Madurai"/>
                <a:cs typeface="Hind Madurai"/>
                <a:sym typeface="Hind Madurai"/>
                <a:hlinkClick r:id="rId6">
                  <a:extLst>
                    <a:ext uri="{A12FA001-AC4F-418D-AE19-62706E023703}">
                      <ahyp:hlinkClr xmlns:ahyp="http://schemas.microsoft.com/office/drawing/2018/hyperlinkcolor" val="tx"/>
                    </a:ext>
                  </a:extLst>
                </a:hlinkClick>
              </a:rPr>
              <a:t>Flaticon</a:t>
            </a:r>
            <a:r>
              <a:rPr lang="en" sz="1200">
                <a:solidFill>
                  <a:schemeClr val="dk1"/>
                </a:solidFill>
                <a:latin typeface="Hind Madurai"/>
                <a:ea typeface="Hind Madurai"/>
                <a:cs typeface="Hind Madurai"/>
                <a:sym typeface="Hind Madurai"/>
              </a:rPr>
              <a:t>, and infographics &amp; images by </a:t>
            </a:r>
            <a:r>
              <a:rPr lang="en" sz="1200" b="1" u="sng">
                <a:solidFill>
                  <a:schemeClr val="dk1"/>
                </a:solidFill>
                <a:latin typeface="Hind Madurai"/>
                <a:ea typeface="Hind Madurai"/>
                <a:cs typeface="Hind Madurai"/>
                <a:sym typeface="Hind Madurai"/>
                <a:hlinkClick r:id="rId7">
                  <a:extLst>
                    <a:ext uri="{A12FA001-AC4F-418D-AE19-62706E023703}">
                      <ahyp:hlinkClr xmlns:ahyp="http://schemas.microsoft.com/office/drawing/2018/hyperlinkcolor" val="tx"/>
                    </a:ext>
                  </a:extLst>
                </a:hlinkClick>
              </a:rPr>
              <a:t>Freepik</a:t>
            </a:r>
            <a:r>
              <a:rPr lang="en" sz="1200" u="sng">
                <a:solidFill>
                  <a:schemeClr val="dk1"/>
                </a:solidFill>
                <a:latin typeface="Hind Madurai"/>
                <a:ea typeface="Hind Madurai"/>
                <a:cs typeface="Hind Madurai"/>
                <a:sym typeface="Hind Madurai"/>
              </a:rPr>
              <a:t> </a:t>
            </a:r>
            <a:endParaRPr sz="1200" b="1" u="sng">
              <a:solidFill>
                <a:schemeClr val="dk1"/>
              </a:solidFill>
              <a:latin typeface="Hind Madurai"/>
              <a:ea typeface="Hind Madurai"/>
              <a:cs typeface="Hind Madurai"/>
              <a:sym typeface="Hind Madurai"/>
            </a:endParaRPr>
          </a:p>
        </p:txBody>
      </p:sp>
      <p:sp>
        <p:nvSpPr>
          <p:cNvPr id="287" name="Google Shape;287;p30"/>
          <p:cNvSpPr>
            <a:spLocks noGrp="1"/>
          </p:cNvSpPr>
          <p:nvPr>
            <p:ph type="pic" idx="2"/>
          </p:nvPr>
        </p:nvSpPr>
        <p:spPr>
          <a:xfrm>
            <a:off x="5071600" y="971025"/>
            <a:ext cx="3201600" cy="3201600"/>
          </a:xfrm>
          <a:prstGeom prst="ellipse">
            <a:avLst/>
          </a:prstGeom>
          <a:noFill/>
          <a:ln>
            <a:noFill/>
          </a:ln>
          <a:effectLst>
            <a:outerShdw blurRad="28575" dist="57150" dir="660000" algn="bl" rotWithShape="0">
              <a:srgbClr val="000000">
                <a:alpha val="30000"/>
              </a:srgbClr>
            </a:outerShdw>
          </a:effectLst>
        </p:spPr>
      </p:sp>
      <p:grpSp>
        <p:nvGrpSpPr>
          <p:cNvPr id="288" name="Google Shape;288;p30"/>
          <p:cNvGrpSpPr/>
          <p:nvPr/>
        </p:nvGrpSpPr>
        <p:grpSpPr>
          <a:xfrm>
            <a:off x="-1279463" y="-144050"/>
            <a:ext cx="10554389" cy="5557414"/>
            <a:chOff x="-1279463" y="-144050"/>
            <a:chExt cx="10554389" cy="5557414"/>
          </a:xfrm>
        </p:grpSpPr>
        <p:pic>
          <p:nvPicPr>
            <p:cNvPr id="289" name="Google Shape;289;p30"/>
            <p:cNvPicPr preferRelativeResize="0"/>
            <p:nvPr/>
          </p:nvPicPr>
          <p:blipFill>
            <a:blip r:embed="rId8">
              <a:alphaModFix/>
            </a:blip>
            <a:stretch>
              <a:fillRect/>
            </a:stretch>
          </p:blipFill>
          <p:spPr>
            <a:xfrm flipH="1">
              <a:off x="-1279463" y="4172614"/>
              <a:ext cx="1900050" cy="1240750"/>
            </a:xfrm>
            <a:prstGeom prst="rect">
              <a:avLst/>
            </a:prstGeom>
            <a:noFill/>
            <a:ln>
              <a:noFill/>
            </a:ln>
            <a:effectLst>
              <a:outerShdw blurRad="57150" dist="19050" dir="5400000" algn="bl" rotWithShape="0">
                <a:srgbClr val="000000">
                  <a:alpha val="25000"/>
                </a:srgbClr>
              </a:outerShdw>
            </a:effectLst>
          </p:spPr>
        </p:pic>
        <p:pic>
          <p:nvPicPr>
            <p:cNvPr id="290" name="Google Shape;290;p30"/>
            <p:cNvPicPr preferRelativeResize="0"/>
            <p:nvPr/>
          </p:nvPicPr>
          <p:blipFill>
            <a:blip r:embed="rId9">
              <a:alphaModFix/>
            </a:blip>
            <a:stretch>
              <a:fillRect/>
            </a:stretch>
          </p:blipFill>
          <p:spPr>
            <a:xfrm rot="10800000" flipH="1">
              <a:off x="7710975" y="-144050"/>
              <a:ext cx="1563951" cy="1314726"/>
            </a:xfrm>
            <a:prstGeom prst="rect">
              <a:avLst/>
            </a:prstGeom>
            <a:noFill/>
            <a:ln>
              <a:noFill/>
            </a:ln>
            <a:effectLst>
              <a:outerShdw blurRad="57150" dist="19050" dir="5400000" algn="bl" rotWithShape="0">
                <a:srgbClr val="000000">
                  <a:alpha val="24000"/>
                </a:srgbClr>
              </a:outerShdw>
            </a:effectLst>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300"/>
              <a:buFont typeface="Kumbh Sans"/>
              <a:buNone/>
              <a:defRPr sz="3300" b="1">
                <a:solidFill>
                  <a:schemeClr val="dk1"/>
                </a:solidFill>
                <a:latin typeface="Kumbh Sans"/>
                <a:ea typeface="Kumbh Sans"/>
                <a:cs typeface="Kumbh Sans"/>
                <a:sym typeface="Kumbh Sans"/>
              </a:defRPr>
            </a:lvl1pPr>
            <a:lvl2pPr lvl="1" rtl="0">
              <a:spcBef>
                <a:spcPts val="0"/>
              </a:spcBef>
              <a:spcAft>
                <a:spcPts val="0"/>
              </a:spcAft>
              <a:buClr>
                <a:schemeClr val="dk1"/>
              </a:buClr>
              <a:buSzPts val="3500"/>
              <a:buFont typeface="Kumbh Sans"/>
              <a:buNone/>
              <a:defRPr sz="3500" b="1">
                <a:solidFill>
                  <a:schemeClr val="dk1"/>
                </a:solidFill>
                <a:latin typeface="Kumbh Sans"/>
                <a:ea typeface="Kumbh Sans"/>
                <a:cs typeface="Kumbh Sans"/>
                <a:sym typeface="Kumbh Sans"/>
              </a:defRPr>
            </a:lvl2pPr>
            <a:lvl3pPr lvl="2" rtl="0">
              <a:spcBef>
                <a:spcPts val="0"/>
              </a:spcBef>
              <a:spcAft>
                <a:spcPts val="0"/>
              </a:spcAft>
              <a:buClr>
                <a:schemeClr val="dk1"/>
              </a:buClr>
              <a:buSzPts val="3500"/>
              <a:buFont typeface="Kumbh Sans"/>
              <a:buNone/>
              <a:defRPr sz="3500" b="1">
                <a:solidFill>
                  <a:schemeClr val="dk1"/>
                </a:solidFill>
                <a:latin typeface="Kumbh Sans"/>
                <a:ea typeface="Kumbh Sans"/>
                <a:cs typeface="Kumbh Sans"/>
                <a:sym typeface="Kumbh Sans"/>
              </a:defRPr>
            </a:lvl3pPr>
            <a:lvl4pPr lvl="3" rtl="0">
              <a:spcBef>
                <a:spcPts val="0"/>
              </a:spcBef>
              <a:spcAft>
                <a:spcPts val="0"/>
              </a:spcAft>
              <a:buClr>
                <a:schemeClr val="dk1"/>
              </a:buClr>
              <a:buSzPts val="3500"/>
              <a:buFont typeface="Kumbh Sans"/>
              <a:buNone/>
              <a:defRPr sz="3500" b="1">
                <a:solidFill>
                  <a:schemeClr val="dk1"/>
                </a:solidFill>
                <a:latin typeface="Kumbh Sans"/>
                <a:ea typeface="Kumbh Sans"/>
                <a:cs typeface="Kumbh Sans"/>
                <a:sym typeface="Kumbh Sans"/>
              </a:defRPr>
            </a:lvl4pPr>
            <a:lvl5pPr lvl="4" rtl="0">
              <a:spcBef>
                <a:spcPts val="0"/>
              </a:spcBef>
              <a:spcAft>
                <a:spcPts val="0"/>
              </a:spcAft>
              <a:buClr>
                <a:schemeClr val="dk1"/>
              </a:buClr>
              <a:buSzPts val="3500"/>
              <a:buFont typeface="Kumbh Sans"/>
              <a:buNone/>
              <a:defRPr sz="3500" b="1">
                <a:solidFill>
                  <a:schemeClr val="dk1"/>
                </a:solidFill>
                <a:latin typeface="Kumbh Sans"/>
                <a:ea typeface="Kumbh Sans"/>
                <a:cs typeface="Kumbh Sans"/>
                <a:sym typeface="Kumbh Sans"/>
              </a:defRPr>
            </a:lvl5pPr>
            <a:lvl6pPr lvl="5" rtl="0">
              <a:spcBef>
                <a:spcPts val="0"/>
              </a:spcBef>
              <a:spcAft>
                <a:spcPts val="0"/>
              </a:spcAft>
              <a:buClr>
                <a:schemeClr val="dk1"/>
              </a:buClr>
              <a:buSzPts val="3500"/>
              <a:buFont typeface="Kumbh Sans"/>
              <a:buNone/>
              <a:defRPr sz="3500" b="1">
                <a:solidFill>
                  <a:schemeClr val="dk1"/>
                </a:solidFill>
                <a:latin typeface="Kumbh Sans"/>
                <a:ea typeface="Kumbh Sans"/>
                <a:cs typeface="Kumbh Sans"/>
                <a:sym typeface="Kumbh Sans"/>
              </a:defRPr>
            </a:lvl6pPr>
            <a:lvl7pPr lvl="6" rtl="0">
              <a:spcBef>
                <a:spcPts val="0"/>
              </a:spcBef>
              <a:spcAft>
                <a:spcPts val="0"/>
              </a:spcAft>
              <a:buClr>
                <a:schemeClr val="dk1"/>
              </a:buClr>
              <a:buSzPts val="3500"/>
              <a:buFont typeface="Kumbh Sans"/>
              <a:buNone/>
              <a:defRPr sz="3500" b="1">
                <a:solidFill>
                  <a:schemeClr val="dk1"/>
                </a:solidFill>
                <a:latin typeface="Kumbh Sans"/>
                <a:ea typeface="Kumbh Sans"/>
                <a:cs typeface="Kumbh Sans"/>
                <a:sym typeface="Kumbh Sans"/>
              </a:defRPr>
            </a:lvl7pPr>
            <a:lvl8pPr lvl="7" rtl="0">
              <a:spcBef>
                <a:spcPts val="0"/>
              </a:spcBef>
              <a:spcAft>
                <a:spcPts val="0"/>
              </a:spcAft>
              <a:buClr>
                <a:schemeClr val="dk1"/>
              </a:buClr>
              <a:buSzPts val="3500"/>
              <a:buFont typeface="Kumbh Sans"/>
              <a:buNone/>
              <a:defRPr sz="3500" b="1">
                <a:solidFill>
                  <a:schemeClr val="dk1"/>
                </a:solidFill>
                <a:latin typeface="Kumbh Sans"/>
                <a:ea typeface="Kumbh Sans"/>
                <a:cs typeface="Kumbh Sans"/>
                <a:sym typeface="Kumbh Sans"/>
              </a:defRPr>
            </a:lvl8pPr>
            <a:lvl9pPr lvl="8" rtl="0">
              <a:spcBef>
                <a:spcPts val="0"/>
              </a:spcBef>
              <a:spcAft>
                <a:spcPts val="0"/>
              </a:spcAft>
              <a:buClr>
                <a:schemeClr val="dk1"/>
              </a:buClr>
              <a:buSzPts val="3500"/>
              <a:buFont typeface="Kumbh Sans"/>
              <a:buNone/>
              <a:defRPr sz="3500" b="1">
                <a:solidFill>
                  <a:schemeClr val="dk1"/>
                </a:solidFill>
                <a:latin typeface="Kumbh Sans"/>
                <a:ea typeface="Kumbh Sans"/>
                <a:cs typeface="Kumbh Sans"/>
                <a:sym typeface="Kumbh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Hind Madurai"/>
              <a:buChar char="●"/>
              <a:defRPr>
                <a:solidFill>
                  <a:schemeClr val="dk1"/>
                </a:solidFill>
                <a:latin typeface="Hind Madurai"/>
                <a:ea typeface="Hind Madurai"/>
                <a:cs typeface="Hind Madurai"/>
                <a:sym typeface="Hind Madurai"/>
              </a:defRPr>
            </a:lvl1pPr>
            <a:lvl2pPr marL="914400" lvl="1" indent="-317500">
              <a:lnSpc>
                <a:spcPct val="100000"/>
              </a:lnSpc>
              <a:spcBef>
                <a:spcPts val="1600"/>
              </a:spcBef>
              <a:spcAft>
                <a:spcPts val="0"/>
              </a:spcAft>
              <a:buClr>
                <a:schemeClr val="dk1"/>
              </a:buClr>
              <a:buSzPts val="1400"/>
              <a:buFont typeface="Hind Madurai"/>
              <a:buChar char="○"/>
              <a:defRPr>
                <a:solidFill>
                  <a:schemeClr val="dk1"/>
                </a:solidFill>
                <a:latin typeface="Hind Madurai"/>
                <a:ea typeface="Hind Madurai"/>
                <a:cs typeface="Hind Madurai"/>
                <a:sym typeface="Hind Madurai"/>
              </a:defRPr>
            </a:lvl2pPr>
            <a:lvl3pPr marL="1371600" lvl="2" indent="-317500">
              <a:lnSpc>
                <a:spcPct val="100000"/>
              </a:lnSpc>
              <a:spcBef>
                <a:spcPts val="1600"/>
              </a:spcBef>
              <a:spcAft>
                <a:spcPts val="0"/>
              </a:spcAft>
              <a:buClr>
                <a:schemeClr val="dk1"/>
              </a:buClr>
              <a:buSzPts val="1400"/>
              <a:buFont typeface="Hind Madurai"/>
              <a:buChar char="■"/>
              <a:defRPr>
                <a:solidFill>
                  <a:schemeClr val="dk1"/>
                </a:solidFill>
                <a:latin typeface="Hind Madurai"/>
                <a:ea typeface="Hind Madurai"/>
                <a:cs typeface="Hind Madurai"/>
                <a:sym typeface="Hind Madurai"/>
              </a:defRPr>
            </a:lvl3pPr>
            <a:lvl4pPr marL="1828800" lvl="3" indent="-317500">
              <a:lnSpc>
                <a:spcPct val="100000"/>
              </a:lnSpc>
              <a:spcBef>
                <a:spcPts val="1600"/>
              </a:spcBef>
              <a:spcAft>
                <a:spcPts val="0"/>
              </a:spcAft>
              <a:buClr>
                <a:schemeClr val="dk1"/>
              </a:buClr>
              <a:buSzPts val="1400"/>
              <a:buFont typeface="Hind Madurai"/>
              <a:buChar char="●"/>
              <a:defRPr>
                <a:solidFill>
                  <a:schemeClr val="dk1"/>
                </a:solidFill>
                <a:latin typeface="Hind Madurai"/>
                <a:ea typeface="Hind Madurai"/>
                <a:cs typeface="Hind Madurai"/>
                <a:sym typeface="Hind Madurai"/>
              </a:defRPr>
            </a:lvl4pPr>
            <a:lvl5pPr marL="2286000" lvl="4" indent="-317500">
              <a:lnSpc>
                <a:spcPct val="100000"/>
              </a:lnSpc>
              <a:spcBef>
                <a:spcPts val="1600"/>
              </a:spcBef>
              <a:spcAft>
                <a:spcPts val="0"/>
              </a:spcAft>
              <a:buClr>
                <a:schemeClr val="dk1"/>
              </a:buClr>
              <a:buSzPts val="1400"/>
              <a:buFont typeface="Hind Madurai"/>
              <a:buChar char="○"/>
              <a:defRPr>
                <a:solidFill>
                  <a:schemeClr val="dk1"/>
                </a:solidFill>
                <a:latin typeface="Hind Madurai"/>
                <a:ea typeface="Hind Madurai"/>
                <a:cs typeface="Hind Madurai"/>
                <a:sym typeface="Hind Madurai"/>
              </a:defRPr>
            </a:lvl5pPr>
            <a:lvl6pPr marL="2743200" lvl="5" indent="-317500">
              <a:lnSpc>
                <a:spcPct val="100000"/>
              </a:lnSpc>
              <a:spcBef>
                <a:spcPts val="1600"/>
              </a:spcBef>
              <a:spcAft>
                <a:spcPts val="0"/>
              </a:spcAft>
              <a:buClr>
                <a:schemeClr val="dk1"/>
              </a:buClr>
              <a:buSzPts val="1400"/>
              <a:buFont typeface="Hind Madurai"/>
              <a:buChar char="■"/>
              <a:defRPr>
                <a:solidFill>
                  <a:schemeClr val="dk1"/>
                </a:solidFill>
                <a:latin typeface="Hind Madurai"/>
                <a:ea typeface="Hind Madurai"/>
                <a:cs typeface="Hind Madurai"/>
                <a:sym typeface="Hind Madurai"/>
              </a:defRPr>
            </a:lvl6pPr>
            <a:lvl7pPr marL="3200400" lvl="6" indent="-317500">
              <a:lnSpc>
                <a:spcPct val="100000"/>
              </a:lnSpc>
              <a:spcBef>
                <a:spcPts val="1600"/>
              </a:spcBef>
              <a:spcAft>
                <a:spcPts val="0"/>
              </a:spcAft>
              <a:buClr>
                <a:schemeClr val="dk1"/>
              </a:buClr>
              <a:buSzPts val="1400"/>
              <a:buFont typeface="Hind Madurai"/>
              <a:buChar char="●"/>
              <a:defRPr>
                <a:solidFill>
                  <a:schemeClr val="dk1"/>
                </a:solidFill>
                <a:latin typeface="Hind Madurai"/>
                <a:ea typeface="Hind Madurai"/>
                <a:cs typeface="Hind Madurai"/>
                <a:sym typeface="Hind Madurai"/>
              </a:defRPr>
            </a:lvl7pPr>
            <a:lvl8pPr marL="3657600" lvl="7" indent="-317500">
              <a:lnSpc>
                <a:spcPct val="100000"/>
              </a:lnSpc>
              <a:spcBef>
                <a:spcPts val="1600"/>
              </a:spcBef>
              <a:spcAft>
                <a:spcPts val="0"/>
              </a:spcAft>
              <a:buClr>
                <a:schemeClr val="dk1"/>
              </a:buClr>
              <a:buSzPts val="1400"/>
              <a:buFont typeface="Hind Madurai"/>
              <a:buChar char="○"/>
              <a:defRPr>
                <a:solidFill>
                  <a:schemeClr val="dk1"/>
                </a:solidFill>
                <a:latin typeface="Hind Madurai"/>
                <a:ea typeface="Hind Madurai"/>
                <a:cs typeface="Hind Madurai"/>
                <a:sym typeface="Hind Madurai"/>
              </a:defRPr>
            </a:lvl8pPr>
            <a:lvl9pPr marL="4114800" lvl="8" indent="-317500">
              <a:lnSpc>
                <a:spcPct val="100000"/>
              </a:lnSpc>
              <a:spcBef>
                <a:spcPts val="1600"/>
              </a:spcBef>
              <a:spcAft>
                <a:spcPts val="1600"/>
              </a:spcAft>
              <a:buClr>
                <a:schemeClr val="dk1"/>
              </a:buClr>
              <a:buSzPts val="1400"/>
              <a:buFont typeface="Hind Madurai"/>
              <a:buChar char="■"/>
              <a:defRPr>
                <a:solidFill>
                  <a:schemeClr val="dk1"/>
                </a:solidFill>
                <a:latin typeface="Hind Madurai"/>
                <a:ea typeface="Hind Madurai"/>
                <a:cs typeface="Hind Madurai"/>
                <a:sym typeface="Hind Madura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8" r:id="rId8"/>
    <p:sldLayoutId id="2147483659" r:id="rId9"/>
    <p:sldLayoutId id="2147483660" r:id="rId10"/>
    <p:sldLayoutId id="2147483664" r:id="rId11"/>
    <p:sldLayoutId id="2147483665" r:id="rId12"/>
    <p:sldLayoutId id="2147483667" r:id="rId13"/>
    <p:sldLayoutId id="2147483668" r:id="rId14"/>
    <p:sldLayoutId id="2147483676"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9.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2.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3.jp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5.jpg"/><Relationship Id="rId5" Type="http://schemas.openxmlformats.org/officeDocument/2006/relationships/image" Target="../media/image1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6.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3.jp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24.jp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6.jp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grpSp>
        <p:nvGrpSpPr>
          <p:cNvPr id="313" name="Google Shape;313;p36"/>
          <p:cNvGrpSpPr/>
          <p:nvPr/>
        </p:nvGrpSpPr>
        <p:grpSpPr>
          <a:xfrm>
            <a:off x="6805399" y="813290"/>
            <a:ext cx="2615384" cy="4147110"/>
            <a:chOff x="6805399" y="813290"/>
            <a:chExt cx="2615384" cy="4147110"/>
          </a:xfrm>
        </p:grpSpPr>
        <p:grpSp>
          <p:nvGrpSpPr>
            <p:cNvPr id="314" name="Google Shape;314;p36"/>
            <p:cNvGrpSpPr/>
            <p:nvPr/>
          </p:nvGrpSpPr>
          <p:grpSpPr>
            <a:xfrm>
              <a:off x="6805399" y="2483126"/>
              <a:ext cx="2189451" cy="2477274"/>
              <a:chOff x="6805399" y="2483126"/>
              <a:chExt cx="2189451" cy="2477274"/>
            </a:xfrm>
          </p:grpSpPr>
          <p:pic>
            <p:nvPicPr>
              <p:cNvPr id="315" name="Google Shape;315;p36"/>
              <p:cNvPicPr preferRelativeResize="0"/>
              <p:nvPr/>
            </p:nvPicPr>
            <p:blipFill>
              <a:blip r:embed="rId3">
                <a:alphaModFix/>
              </a:blip>
              <a:stretch>
                <a:fillRect/>
              </a:stretch>
            </p:blipFill>
            <p:spPr>
              <a:xfrm rot="-3837203" flipH="1">
                <a:off x="7062529" y="3231292"/>
                <a:ext cx="1466142" cy="1487715"/>
              </a:xfrm>
              <a:prstGeom prst="rect">
                <a:avLst/>
              </a:prstGeom>
              <a:noFill/>
              <a:ln>
                <a:noFill/>
              </a:ln>
              <a:effectLst>
                <a:outerShdw blurRad="57150" dist="19050" dir="5400000" algn="bl" rotWithShape="0">
                  <a:srgbClr val="000000">
                    <a:alpha val="25000"/>
                  </a:srgbClr>
                </a:outerShdw>
              </a:effectLst>
            </p:spPr>
          </p:pic>
          <p:pic>
            <p:nvPicPr>
              <p:cNvPr id="316" name="Google Shape;316;p36"/>
              <p:cNvPicPr preferRelativeResize="0"/>
              <p:nvPr/>
            </p:nvPicPr>
            <p:blipFill>
              <a:blip r:embed="rId4">
                <a:alphaModFix/>
              </a:blip>
              <a:stretch>
                <a:fillRect/>
              </a:stretch>
            </p:blipFill>
            <p:spPr>
              <a:xfrm rot="4115103" flipH="1">
                <a:off x="7216789" y="2702963"/>
                <a:ext cx="1538633" cy="1563662"/>
              </a:xfrm>
              <a:prstGeom prst="rect">
                <a:avLst/>
              </a:prstGeom>
              <a:noFill/>
              <a:ln>
                <a:noFill/>
              </a:ln>
              <a:effectLst>
                <a:outerShdw blurRad="57150" dist="19050" dir="5400000" algn="bl" rotWithShape="0">
                  <a:srgbClr val="000000">
                    <a:alpha val="25000"/>
                  </a:srgbClr>
                </a:outerShdw>
              </a:effectLst>
            </p:spPr>
          </p:pic>
        </p:grpSp>
        <p:pic>
          <p:nvPicPr>
            <p:cNvPr id="317" name="Google Shape;317;p36"/>
            <p:cNvPicPr preferRelativeResize="0"/>
            <p:nvPr/>
          </p:nvPicPr>
          <p:blipFill>
            <a:blip r:embed="rId5">
              <a:alphaModFix/>
            </a:blip>
            <a:stretch>
              <a:fillRect/>
            </a:stretch>
          </p:blipFill>
          <p:spPr>
            <a:xfrm rot="-1978976">
              <a:off x="7577626" y="1196503"/>
              <a:ext cx="1706284" cy="1008000"/>
            </a:xfrm>
            <a:prstGeom prst="rect">
              <a:avLst/>
            </a:prstGeom>
            <a:noFill/>
            <a:ln>
              <a:noFill/>
            </a:ln>
            <a:effectLst>
              <a:outerShdw blurRad="57150" dist="19050" dir="5400000" algn="bl" rotWithShape="0">
                <a:srgbClr val="000000">
                  <a:alpha val="25000"/>
                </a:srgbClr>
              </a:outerShdw>
            </a:effectLst>
          </p:spPr>
        </p:pic>
      </p:grpSp>
      <p:sp>
        <p:nvSpPr>
          <p:cNvPr id="318" name="Google Shape;318;p36"/>
          <p:cNvSpPr txBox="1">
            <a:spLocks noGrp="1"/>
          </p:cNvSpPr>
          <p:nvPr>
            <p:ph type="ctrTitle"/>
          </p:nvPr>
        </p:nvSpPr>
        <p:spPr>
          <a:xfrm>
            <a:off x="713225" y="1588926"/>
            <a:ext cx="4026600" cy="1564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Air Quality Index (AQI)</a:t>
            </a:r>
            <a:endParaRPr dirty="0"/>
          </a:p>
        </p:txBody>
      </p:sp>
      <p:sp>
        <p:nvSpPr>
          <p:cNvPr id="319" name="Google Shape;319;p36"/>
          <p:cNvSpPr txBox="1">
            <a:spLocks noGrp="1"/>
          </p:cNvSpPr>
          <p:nvPr>
            <p:ph type="subTitle" idx="1"/>
          </p:nvPr>
        </p:nvSpPr>
        <p:spPr>
          <a:xfrm>
            <a:off x="713225" y="3183775"/>
            <a:ext cx="4026600" cy="43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Smart City</a:t>
            </a:r>
            <a:endParaRPr b="1" dirty="0"/>
          </a:p>
        </p:txBody>
      </p:sp>
      <p:pic>
        <p:nvPicPr>
          <p:cNvPr id="320" name="Google Shape;320;p36"/>
          <p:cNvPicPr preferRelativeResize="0">
            <a:picLocks noGrp="1"/>
          </p:cNvPicPr>
          <p:nvPr>
            <p:ph type="pic" idx="2"/>
          </p:nvPr>
        </p:nvPicPr>
        <p:blipFill rotWithShape="1">
          <a:blip r:embed="rId6">
            <a:alphaModFix/>
          </a:blip>
          <a:srcRect l="734" t="36207" r="24365" b="13873"/>
          <a:stretch/>
        </p:blipFill>
        <p:spPr>
          <a:xfrm>
            <a:off x="5071600" y="971025"/>
            <a:ext cx="3201600" cy="3201600"/>
          </a:xfrm>
          <a:prstGeom prst="ellipse">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Pourquoi s’intéresser à l’étude de l’aqi</a:t>
            </a:r>
            <a:endParaRPr dirty="0"/>
          </a:p>
        </p:txBody>
      </p:sp>
      <p:sp>
        <p:nvSpPr>
          <p:cNvPr id="327" name="Google Shape;327;p37"/>
          <p:cNvSpPr txBox="1">
            <a:spLocks noGrp="1"/>
          </p:cNvSpPr>
          <p:nvPr>
            <p:ph type="body" idx="1"/>
          </p:nvPr>
        </p:nvSpPr>
        <p:spPr>
          <a:xfrm>
            <a:off x="720000" y="1215751"/>
            <a:ext cx="7704000" cy="36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Pourquoi étudier la qualité de l’air</a:t>
            </a:r>
            <a:endParaRPr dirty="0"/>
          </a:p>
        </p:txBody>
      </p:sp>
      <p:graphicFrame>
        <p:nvGraphicFramePr>
          <p:cNvPr id="328" name="Google Shape;328;p37"/>
          <p:cNvGraphicFramePr/>
          <p:nvPr>
            <p:extLst>
              <p:ext uri="{D42A27DB-BD31-4B8C-83A1-F6EECF244321}">
                <p14:modId xmlns:p14="http://schemas.microsoft.com/office/powerpoint/2010/main" val="719856182"/>
              </p:ext>
            </p:extLst>
          </p:nvPr>
        </p:nvGraphicFramePr>
        <p:xfrm>
          <a:off x="720000" y="1614825"/>
          <a:ext cx="7704000" cy="2169150"/>
        </p:xfrm>
        <a:graphic>
          <a:graphicData uri="http://schemas.openxmlformats.org/drawingml/2006/table">
            <a:tbl>
              <a:tblPr>
                <a:noFill/>
                <a:tableStyleId>{B4B21FBA-0968-4574-86DC-08438DDEE07E}</a:tableStyleId>
              </a:tblPr>
              <a:tblGrid>
                <a:gridCol w="2275100">
                  <a:extLst>
                    <a:ext uri="{9D8B030D-6E8A-4147-A177-3AD203B41FA5}">
                      <a16:colId xmlns:a16="http://schemas.microsoft.com/office/drawing/2014/main" val="20000"/>
                    </a:ext>
                  </a:extLst>
                </a:gridCol>
                <a:gridCol w="5428900">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000" b="1" u="sng" dirty="0">
                          <a:solidFill>
                            <a:schemeClr val="dk1"/>
                          </a:solidFill>
                          <a:latin typeface="Hind Madurai"/>
                          <a:ea typeface="Hind Madurai"/>
                          <a:cs typeface="Hind Madurai"/>
                          <a:sym typeface="Hind Madurai"/>
                        </a:rPr>
                        <a:t>Prévenir d’éventuelle catastrophes</a:t>
                      </a:r>
                      <a:endParaRPr sz="1000" b="1" u="sng"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fr-CM" sz="1000" dirty="0">
                          <a:solidFill>
                            <a:schemeClr val="dk1"/>
                          </a:solidFill>
                          <a:latin typeface="Hind Madurai"/>
                          <a:ea typeface="Hind Madurai"/>
                          <a:cs typeface="Hind Madurai"/>
                          <a:sym typeface="Hind Madurai"/>
                        </a:rPr>
                        <a:t>E</a:t>
                      </a:r>
                      <a:r>
                        <a:rPr lang="en" sz="1000" dirty="0">
                          <a:solidFill>
                            <a:schemeClr val="dk1"/>
                          </a:solidFill>
                          <a:latin typeface="Hind Madurai"/>
                          <a:ea typeface="Hind Madurai"/>
                          <a:cs typeface="Hind Madurai"/>
                          <a:sym typeface="Hind Madurai"/>
                        </a:rPr>
                        <a:t>n cas de changement brutal ou imprévu les gens pourront être averti de rester chez eux</a:t>
                      </a:r>
                      <a:endParaRPr sz="1000"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fr-CM" sz="1000" b="1" u="sng" dirty="0">
                          <a:solidFill>
                            <a:schemeClr val="dk1"/>
                          </a:solidFill>
                          <a:latin typeface="Hind Madurai"/>
                          <a:ea typeface="Hind Madurai"/>
                          <a:cs typeface="Hind Madurai"/>
                          <a:sym typeface="Hind Madurai"/>
                        </a:rPr>
                        <a:t>B</a:t>
                      </a:r>
                      <a:r>
                        <a:rPr lang="en" sz="1000" b="1" u="sng" dirty="0">
                          <a:solidFill>
                            <a:schemeClr val="dk1"/>
                          </a:solidFill>
                          <a:latin typeface="Hind Madurai"/>
                          <a:ea typeface="Hind Madurai"/>
                          <a:cs typeface="Hind Madurai"/>
                          <a:sym typeface="Hind Madurai"/>
                        </a:rPr>
                        <a:t>esoin de sensibiliser</a:t>
                      </a:r>
                      <a:endParaRPr sz="1000" b="1" u="sng"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dirty="0">
                          <a:solidFill>
                            <a:schemeClr val="dk1"/>
                          </a:solidFill>
                          <a:latin typeface="Hind Madurai"/>
                          <a:ea typeface="Hind Madurai"/>
                          <a:cs typeface="Hind Madurai"/>
                          <a:sym typeface="Hind Madurai"/>
                        </a:rPr>
                        <a:t>Des décisions comme les campagnes de préventions pourront être menées afin de sensibiliser les populations et surtout les industriels à moins poluer</a:t>
                      </a:r>
                      <a:endParaRPr sz="1000"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fr-CM" sz="1000" b="1" u="sng" dirty="0">
                          <a:solidFill>
                            <a:schemeClr val="dk1"/>
                          </a:solidFill>
                          <a:latin typeface="Hind Madurai"/>
                          <a:ea typeface="Hind Madurai"/>
                          <a:cs typeface="Hind Madurai"/>
                          <a:sym typeface="Hind Madurai"/>
                        </a:rPr>
                        <a:t>F</a:t>
                      </a:r>
                      <a:r>
                        <a:rPr lang="en" sz="1000" b="1" u="sng" dirty="0">
                          <a:solidFill>
                            <a:schemeClr val="dk1"/>
                          </a:solidFill>
                          <a:latin typeface="Hind Madurai"/>
                          <a:ea typeface="Hind Madurai"/>
                          <a:cs typeface="Hind Madurai"/>
                          <a:sym typeface="Hind Madurai"/>
                        </a:rPr>
                        <a:t>aire des statistiques importantes</a:t>
                      </a:r>
                      <a:endParaRPr sz="1000" b="1" u="sng"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fr-CM" sz="1000" dirty="0">
                          <a:solidFill>
                            <a:schemeClr val="dk1"/>
                          </a:solidFill>
                          <a:latin typeface="Hind Madurai"/>
                          <a:ea typeface="Hind Madurai"/>
                          <a:cs typeface="Hind Madurai"/>
                          <a:sym typeface="Hind Madurai"/>
                        </a:rPr>
                        <a:t>C</a:t>
                      </a:r>
                      <a:r>
                        <a:rPr lang="en" sz="1000" dirty="0">
                          <a:solidFill>
                            <a:schemeClr val="dk1"/>
                          </a:solidFill>
                          <a:latin typeface="Hind Madurai"/>
                          <a:ea typeface="Hind Madurai"/>
                          <a:cs typeface="Hind Madurai"/>
                          <a:sym typeface="Hind Madurai"/>
                        </a:rPr>
                        <a:t>onnaitre les facteurs de l’accroissement ou de la régression de l’aqi</a:t>
                      </a:r>
                      <a:endParaRPr sz="1000"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000" b="1" u="sng" dirty="0">
                          <a:solidFill>
                            <a:schemeClr val="dk1"/>
                          </a:solidFill>
                          <a:latin typeface="Hind Madurai"/>
                          <a:ea typeface="Hind Madurai"/>
                          <a:cs typeface="Hind Madurai"/>
                          <a:sym typeface="Hind Madurai"/>
                        </a:rPr>
                        <a:t>Préventions pour les personnes malades</a:t>
                      </a:r>
                      <a:endParaRPr sz="1000" b="1" u="sng"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dirty="0">
                          <a:solidFill>
                            <a:schemeClr val="dk1"/>
                          </a:solidFill>
                          <a:latin typeface="Hind Madurai"/>
                          <a:ea typeface="Hind Madurai"/>
                          <a:cs typeface="Hind Madurai"/>
                          <a:sym typeface="Hind Madurai"/>
                        </a:rPr>
                        <a:t>Les gens sensibles à une baisse drastique de la qualité de l’air pourront prendre des précautions avant de sortir</a:t>
                      </a:r>
                      <a:endParaRPr sz="1000"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fr-CM" sz="1000" b="1" u="sng" dirty="0">
                          <a:solidFill>
                            <a:schemeClr val="dk1"/>
                          </a:solidFill>
                          <a:latin typeface="Hind Madurai"/>
                          <a:ea typeface="Hind Madurai"/>
                          <a:cs typeface="Hind Madurai"/>
                          <a:sym typeface="Hind Madurai"/>
                        </a:rPr>
                        <a:t>Trouver un </a:t>
                      </a:r>
                      <a:r>
                        <a:rPr lang="fr-CM" sz="1000" b="1" u="sng" dirty="0" err="1">
                          <a:solidFill>
                            <a:schemeClr val="dk1"/>
                          </a:solidFill>
                          <a:latin typeface="Hind Madurai"/>
                          <a:ea typeface="Hind Madurai"/>
                          <a:cs typeface="Hind Madurai"/>
                          <a:sym typeface="Hind Madurai"/>
                        </a:rPr>
                        <a:t>patern</a:t>
                      </a:r>
                      <a:r>
                        <a:rPr lang="fr-CM" sz="1000" b="1" u="sng" dirty="0">
                          <a:solidFill>
                            <a:schemeClr val="dk1"/>
                          </a:solidFill>
                          <a:latin typeface="Hind Madurai"/>
                          <a:ea typeface="Hind Madurai"/>
                          <a:cs typeface="Hind Madurai"/>
                          <a:sym typeface="Hind Madurai"/>
                        </a:rPr>
                        <a:t> pour les mauvaises périodes</a:t>
                      </a:r>
                      <a:endParaRPr sz="1000" b="1" u="sng"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fr-CM" sz="1000" dirty="0">
                          <a:solidFill>
                            <a:schemeClr val="dk1"/>
                          </a:solidFill>
                          <a:latin typeface="Hind Madurai"/>
                          <a:ea typeface="Hind Madurai"/>
                          <a:cs typeface="Hind Madurai"/>
                          <a:sym typeface="Hind Madurai"/>
                        </a:rPr>
                        <a:t>Cela donnera la possibilité de pouvoir anticiper matériellement (masque à oxygène, équipements hospitaliers etc.)</a:t>
                      </a:r>
                      <a:endParaRPr sz="1000"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fr-CM" sz="1000" b="1" dirty="0">
                          <a:solidFill>
                            <a:schemeClr val="dk1"/>
                          </a:solidFill>
                          <a:latin typeface="Hind Madurai"/>
                          <a:ea typeface="Hind Madurai"/>
                          <a:cs typeface="Hind Madurai"/>
                          <a:sym typeface="Hind Madurai"/>
                        </a:rPr>
                        <a:t>La recherche</a:t>
                      </a:r>
                      <a:endParaRPr sz="1000" b="1"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fr-CM" sz="1000" dirty="0">
                          <a:solidFill>
                            <a:schemeClr val="dk1"/>
                          </a:solidFill>
                          <a:latin typeface="Hind Madurai"/>
                          <a:ea typeface="Hind Madurai"/>
                          <a:cs typeface="Hind Madurai"/>
                          <a:sym typeface="Hind Madurai"/>
                        </a:rPr>
                        <a:t>Comprendre ou voir l’évolution de la mauvaise qualité de l’air laisse l’opportunité aux chercheurs de pouvoir créer/trouver des solutions à se problème.</a:t>
                      </a:r>
                      <a:endParaRPr sz="1000" dirty="0">
                        <a:solidFill>
                          <a:schemeClr val="dk1"/>
                        </a:solidFill>
                        <a:latin typeface="Hind Madurai"/>
                        <a:ea typeface="Hind Madurai"/>
                        <a:cs typeface="Hind Madurai"/>
                        <a:sym typeface="Hind Madurai"/>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331" name="Google Shape;331;p37"/>
          <p:cNvPicPr preferRelativeResize="0"/>
          <p:nvPr/>
        </p:nvPicPr>
        <p:blipFill>
          <a:blip r:embed="rId3">
            <a:alphaModFix/>
          </a:blip>
          <a:stretch>
            <a:fillRect/>
          </a:stretch>
        </p:blipFill>
        <p:spPr>
          <a:xfrm rot="5948122">
            <a:off x="-1115539" y="44012"/>
            <a:ext cx="491922" cy="767231"/>
          </a:xfrm>
          <a:prstGeom prst="rect">
            <a:avLst/>
          </a:prstGeom>
          <a:noFill/>
          <a:ln>
            <a:noFill/>
          </a:ln>
          <a:effectLst>
            <a:outerShdw blurRad="57150" dist="19050" dir="5400000" algn="bl" rotWithShape="0">
              <a:srgbClr val="000000">
                <a:alpha val="24000"/>
              </a:srgbClr>
            </a:outerShdw>
          </a:effectLst>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withEffect">
                                  <p:stCondLst>
                                    <p:cond delay="0"/>
                                  </p:stCondLst>
                                  <p:childTnLst>
                                    <p:animMotion origin="layout" path="M 0 0 L 0.067 0.04 C 0.081 0.049 0.102 0.054 0.124 0.054 C 0.149 0.054 0.169 0.049 0.183 0.04 L 0.25 0 E" pathEditMode="relative" ptsTypes="">
                                      <p:cBhvr>
                                        <p:cTn id="6" dur="2000" fill="hold"/>
                                        <p:tgtEl>
                                          <p:spTgt spid="33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des matières</a:t>
            </a:r>
            <a:endParaRPr dirty="0"/>
          </a:p>
        </p:txBody>
      </p:sp>
      <p:sp>
        <p:nvSpPr>
          <p:cNvPr id="337" name="Google Shape;337;p38"/>
          <p:cNvSpPr txBox="1">
            <a:spLocks noGrp="1"/>
          </p:cNvSpPr>
          <p:nvPr>
            <p:ph type="subTitle" idx="3"/>
          </p:nvPr>
        </p:nvSpPr>
        <p:spPr>
          <a:xfrm>
            <a:off x="624619" y="3898821"/>
            <a:ext cx="2305500" cy="62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Prédictions pour les 24 prochaines heures</a:t>
            </a:r>
            <a:endParaRPr sz="1600" dirty="0">
              <a:solidFill>
                <a:srgbClr val="666666"/>
              </a:solidFill>
            </a:endParaRPr>
          </a:p>
        </p:txBody>
      </p:sp>
      <p:sp>
        <p:nvSpPr>
          <p:cNvPr id="339" name="Google Shape;339;p38"/>
          <p:cNvSpPr txBox="1">
            <a:spLocks noGrp="1"/>
          </p:cNvSpPr>
          <p:nvPr>
            <p:ph type="subTitle" idx="2"/>
          </p:nvPr>
        </p:nvSpPr>
        <p:spPr>
          <a:xfrm>
            <a:off x="3074925" y="2189575"/>
            <a:ext cx="2305500" cy="62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Les technologies et méthodes utilisés </a:t>
            </a:r>
            <a:endParaRPr dirty="0"/>
          </a:p>
        </p:txBody>
      </p:sp>
      <p:sp>
        <p:nvSpPr>
          <p:cNvPr id="341" name="Google Shape;341;p38"/>
          <p:cNvSpPr txBox="1">
            <a:spLocks noGrp="1"/>
          </p:cNvSpPr>
          <p:nvPr>
            <p:ph type="subTitle" idx="5"/>
          </p:nvPr>
        </p:nvSpPr>
        <p:spPr>
          <a:xfrm>
            <a:off x="5245589" y="1992568"/>
            <a:ext cx="3808100" cy="1326068"/>
          </a:xfrm>
          <a:prstGeom prst="rect">
            <a:avLst/>
          </a:prstGeom>
        </p:spPr>
        <p:txBody>
          <a:bodyPr spcFirstLastPara="1" wrap="square" lIns="91425" tIns="91425" rIns="91425" bIns="91425" anchor="t" anchorCtr="0">
            <a:noAutofit/>
          </a:bodyPr>
          <a:lstStyle/>
          <a:p>
            <a:pPr marL="0" lvl="8" indent="0" algn="l">
              <a:buClr>
                <a:srgbClr val="000000"/>
              </a:buClr>
            </a:pPr>
            <a:r>
              <a:rPr lang="fr-CM" dirty="0"/>
              <a:t>Connexion à l’api(</a:t>
            </a:r>
            <a:r>
              <a:rPr lang="fr-CM" dirty="0" err="1"/>
              <a:t>openmeteo</a:t>
            </a:r>
            <a:r>
              <a:rPr lang="fr-CM" dirty="0"/>
              <a:t>)-Importation des données -Importation temps </a:t>
            </a:r>
          </a:p>
        </p:txBody>
      </p:sp>
      <p:sp>
        <p:nvSpPr>
          <p:cNvPr id="342" name="Google Shape;342;p38"/>
          <p:cNvSpPr txBox="1">
            <a:spLocks noGrp="1"/>
          </p:cNvSpPr>
          <p:nvPr>
            <p:ph type="subTitle" idx="6"/>
          </p:nvPr>
        </p:nvSpPr>
        <p:spPr>
          <a:xfrm>
            <a:off x="6118549" y="3850400"/>
            <a:ext cx="2305500" cy="62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 et améliorations futures</a:t>
            </a:r>
            <a:endParaRPr dirty="0"/>
          </a:p>
        </p:txBody>
      </p:sp>
      <p:sp>
        <p:nvSpPr>
          <p:cNvPr id="343" name="Google Shape;343;p38"/>
          <p:cNvSpPr txBox="1">
            <a:spLocks noGrp="1"/>
          </p:cNvSpPr>
          <p:nvPr>
            <p:ph type="title" idx="7"/>
          </p:nvPr>
        </p:nvSpPr>
        <p:spPr>
          <a:xfrm>
            <a:off x="720000" y="1322597"/>
            <a:ext cx="734700" cy="62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344" name="Google Shape;344;p38"/>
          <p:cNvSpPr txBox="1">
            <a:spLocks noGrp="1"/>
          </p:cNvSpPr>
          <p:nvPr>
            <p:ph type="title" idx="8"/>
          </p:nvPr>
        </p:nvSpPr>
        <p:spPr>
          <a:xfrm>
            <a:off x="720000" y="2983454"/>
            <a:ext cx="734700" cy="62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345" name="Google Shape;345;p38"/>
          <p:cNvSpPr txBox="1">
            <a:spLocks noGrp="1"/>
          </p:cNvSpPr>
          <p:nvPr>
            <p:ph type="title" idx="9"/>
          </p:nvPr>
        </p:nvSpPr>
        <p:spPr>
          <a:xfrm>
            <a:off x="3419271" y="1322597"/>
            <a:ext cx="734700" cy="62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346" name="Google Shape;346;p38"/>
          <p:cNvSpPr txBox="1">
            <a:spLocks noGrp="1"/>
          </p:cNvSpPr>
          <p:nvPr>
            <p:ph type="title" idx="13"/>
          </p:nvPr>
        </p:nvSpPr>
        <p:spPr>
          <a:xfrm>
            <a:off x="3419271" y="2983454"/>
            <a:ext cx="734700" cy="62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347" name="Google Shape;347;p38"/>
          <p:cNvSpPr txBox="1">
            <a:spLocks noGrp="1"/>
          </p:cNvSpPr>
          <p:nvPr>
            <p:ph type="title" idx="14"/>
          </p:nvPr>
        </p:nvSpPr>
        <p:spPr>
          <a:xfrm>
            <a:off x="6118549" y="1322597"/>
            <a:ext cx="734700" cy="62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348" name="Google Shape;348;p38"/>
          <p:cNvSpPr txBox="1">
            <a:spLocks noGrp="1"/>
          </p:cNvSpPr>
          <p:nvPr>
            <p:ph type="title" idx="15"/>
          </p:nvPr>
        </p:nvSpPr>
        <p:spPr>
          <a:xfrm>
            <a:off x="6118549" y="2983454"/>
            <a:ext cx="734700" cy="625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06</a:t>
            </a:r>
            <a:endParaRPr/>
          </a:p>
        </p:txBody>
      </p:sp>
      <p:sp>
        <p:nvSpPr>
          <p:cNvPr id="349" name="Google Shape;349;p38"/>
          <p:cNvSpPr txBox="1">
            <a:spLocks noGrp="1"/>
          </p:cNvSpPr>
          <p:nvPr>
            <p:ph type="subTitle" idx="16"/>
          </p:nvPr>
        </p:nvSpPr>
        <p:spPr>
          <a:xfrm>
            <a:off x="349956" y="1843850"/>
            <a:ext cx="2675544" cy="483900"/>
          </a:xfrm>
          <a:prstGeom prst="rect">
            <a:avLst/>
          </a:prstGeom>
        </p:spPr>
        <p:txBody>
          <a:bodyPr spcFirstLastPara="1" wrap="square" lIns="91425" tIns="91425" rIns="91425" bIns="91425" anchor="b" anchorCtr="0">
            <a:noAutofit/>
          </a:bodyPr>
          <a:lstStyle/>
          <a:p>
            <a:pPr marL="0" lvl="2" indent="0">
              <a:buClr>
                <a:srgbClr val="000000"/>
              </a:buClr>
            </a:pPr>
            <a:r>
              <a:rPr lang="fr-CM" dirty="0"/>
              <a:t>Introduction/Contexte</a:t>
            </a:r>
          </a:p>
        </p:txBody>
      </p:sp>
      <p:sp>
        <p:nvSpPr>
          <p:cNvPr id="350" name="Google Shape;350;p38"/>
          <p:cNvSpPr txBox="1">
            <a:spLocks noGrp="1"/>
          </p:cNvSpPr>
          <p:nvPr>
            <p:ph type="subTitle" idx="17"/>
          </p:nvPr>
        </p:nvSpPr>
        <p:spPr>
          <a:xfrm>
            <a:off x="3091436" y="1816826"/>
            <a:ext cx="1898596" cy="483900"/>
          </a:xfrm>
          <a:prstGeom prst="rect">
            <a:avLst/>
          </a:prstGeom>
        </p:spPr>
        <p:txBody>
          <a:bodyPr spcFirstLastPara="1" wrap="square" lIns="91425" tIns="91425" rIns="91425" bIns="91425" anchor="b" anchorCtr="0">
            <a:noAutofit/>
          </a:bodyPr>
          <a:lstStyle/>
          <a:p>
            <a:pPr marL="0" lvl="2" indent="0">
              <a:buClr>
                <a:srgbClr val="000000"/>
              </a:buClr>
            </a:pPr>
            <a:r>
              <a:rPr lang="fr-CM" dirty="0"/>
              <a:t>Architecture</a:t>
            </a:r>
          </a:p>
        </p:txBody>
      </p:sp>
      <p:sp>
        <p:nvSpPr>
          <p:cNvPr id="351" name="Google Shape;351;p38"/>
          <p:cNvSpPr txBox="1">
            <a:spLocks noGrp="1"/>
          </p:cNvSpPr>
          <p:nvPr>
            <p:ph type="subTitle" idx="18"/>
          </p:nvPr>
        </p:nvSpPr>
        <p:spPr>
          <a:xfrm>
            <a:off x="6118549" y="1843850"/>
            <a:ext cx="2305500" cy="483900"/>
          </a:xfrm>
          <a:prstGeom prst="rect">
            <a:avLst/>
          </a:prstGeom>
        </p:spPr>
        <p:txBody>
          <a:bodyPr spcFirstLastPara="1" wrap="square" lIns="91425" tIns="91425" rIns="91425" bIns="91425" anchor="b" anchorCtr="0">
            <a:noAutofit/>
          </a:bodyPr>
          <a:lstStyle/>
          <a:p>
            <a:pPr marL="0" lvl="2" indent="0">
              <a:buClr>
                <a:srgbClr val="000000"/>
              </a:buClr>
            </a:pPr>
            <a:r>
              <a:rPr lang="fr-CM" dirty="0"/>
              <a:t>Historique</a:t>
            </a:r>
          </a:p>
        </p:txBody>
      </p:sp>
      <p:sp>
        <p:nvSpPr>
          <p:cNvPr id="352" name="Google Shape;352;p38"/>
          <p:cNvSpPr txBox="1">
            <a:spLocks noGrp="1"/>
          </p:cNvSpPr>
          <p:nvPr>
            <p:ph type="subTitle" idx="19"/>
          </p:nvPr>
        </p:nvSpPr>
        <p:spPr>
          <a:xfrm>
            <a:off x="135467" y="3504725"/>
            <a:ext cx="3283804" cy="483900"/>
          </a:xfrm>
          <a:prstGeom prst="rect">
            <a:avLst/>
          </a:prstGeom>
        </p:spPr>
        <p:txBody>
          <a:bodyPr spcFirstLastPara="1" wrap="square" lIns="91425" tIns="91425" rIns="91425" bIns="91425" anchor="b" anchorCtr="0">
            <a:noAutofit/>
          </a:bodyPr>
          <a:lstStyle/>
          <a:p>
            <a:pPr marL="0" lvl="2" indent="0">
              <a:buClr>
                <a:srgbClr val="000000"/>
              </a:buClr>
            </a:pPr>
            <a:r>
              <a:rPr lang="fr-CM" dirty="0"/>
              <a:t>Prédictions</a:t>
            </a:r>
          </a:p>
        </p:txBody>
      </p:sp>
      <p:sp>
        <p:nvSpPr>
          <p:cNvPr id="353" name="Google Shape;353;p38"/>
          <p:cNvSpPr txBox="1">
            <a:spLocks noGrp="1"/>
          </p:cNvSpPr>
          <p:nvPr>
            <p:ph type="subTitle" idx="20"/>
          </p:nvPr>
        </p:nvSpPr>
        <p:spPr>
          <a:xfrm>
            <a:off x="3139481" y="3467354"/>
            <a:ext cx="2305500" cy="483900"/>
          </a:xfrm>
          <a:prstGeom prst="rect">
            <a:avLst/>
          </a:prstGeom>
        </p:spPr>
        <p:txBody>
          <a:bodyPr spcFirstLastPara="1" wrap="square" lIns="91425" tIns="91425" rIns="91425" bIns="91425" anchor="b" anchorCtr="0">
            <a:noAutofit/>
          </a:bodyPr>
          <a:lstStyle/>
          <a:p>
            <a:pPr marL="0" lvl="2" indent="0">
              <a:buClr>
                <a:srgbClr val="000000"/>
              </a:buClr>
            </a:pPr>
            <a:r>
              <a:rPr lang="fr-CM" dirty="0"/>
              <a:t>Power Bi</a:t>
            </a:r>
          </a:p>
        </p:txBody>
      </p:sp>
      <p:sp>
        <p:nvSpPr>
          <p:cNvPr id="354" name="Google Shape;354;p38"/>
          <p:cNvSpPr txBox="1">
            <a:spLocks noGrp="1"/>
          </p:cNvSpPr>
          <p:nvPr>
            <p:ph type="subTitle" idx="21"/>
          </p:nvPr>
        </p:nvSpPr>
        <p:spPr>
          <a:xfrm>
            <a:off x="6109026" y="3467354"/>
            <a:ext cx="2305500" cy="483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Conclusion</a:t>
            </a:r>
            <a:endParaRPr dirty="0"/>
          </a:p>
        </p:txBody>
      </p:sp>
      <p:pic>
        <p:nvPicPr>
          <p:cNvPr id="355" name="Google Shape;355;p38"/>
          <p:cNvPicPr preferRelativeResize="0"/>
          <p:nvPr/>
        </p:nvPicPr>
        <p:blipFill>
          <a:blip r:embed="rId3">
            <a:alphaModFix/>
          </a:blip>
          <a:stretch>
            <a:fillRect/>
          </a:stretch>
        </p:blipFill>
        <p:spPr>
          <a:xfrm rot="5782022">
            <a:off x="6607289" y="307321"/>
            <a:ext cx="491922" cy="767231"/>
          </a:xfrm>
          <a:prstGeom prst="rect">
            <a:avLst/>
          </a:prstGeom>
          <a:noFill/>
          <a:ln>
            <a:noFill/>
          </a:ln>
          <a:effectLst>
            <a:outerShdw blurRad="57150" dist="19050" dir="5400000" algn="bl" rotWithShape="0">
              <a:srgbClr val="000000">
                <a:alpha val="25000"/>
              </a:srgbClr>
            </a:outerShdw>
          </a:effectLst>
        </p:spPr>
      </p:pic>
      <p:pic>
        <p:nvPicPr>
          <p:cNvPr id="3" name="Google Shape;321;p36">
            <a:extLst>
              <a:ext uri="{FF2B5EF4-FFF2-40B4-BE49-F238E27FC236}">
                <a16:creationId xmlns:a16="http://schemas.microsoft.com/office/drawing/2014/main" id="{4B4887B1-C4F6-3663-56FF-0F13B82EFBFD}"/>
              </a:ext>
            </a:extLst>
          </p:cNvPr>
          <p:cNvPicPr preferRelativeResize="0"/>
          <p:nvPr/>
        </p:nvPicPr>
        <p:blipFill>
          <a:blip r:embed="rId3">
            <a:alphaModFix/>
          </a:blip>
          <a:stretch>
            <a:fillRect/>
          </a:stretch>
        </p:blipFill>
        <p:spPr>
          <a:xfrm rot="4168533">
            <a:off x="161833" y="188023"/>
            <a:ext cx="398990" cy="622268"/>
          </a:xfrm>
          <a:prstGeom prst="rect">
            <a:avLst/>
          </a:prstGeom>
          <a:noFill/>
          <a:ln>
            <a:noFill/>
          </a:ln>
          <a:effectLst>
            <a:outerShdw blurRad="57150" dist="19050" dir="5400000" algn="bl" rotWithShape="0">
              <a:srgbClr val="000000">
                <a:alpha val="25000"/>
              </a:srgbClr>
            </a:outerShdw>
          </a:effectLst>
        </p:spPr>
      </p:pic>
      <p:sp>
        <p:nvSpPr>
          <p:cNvPr id="7" name="Sous-titre 6">
            <a:extLst>
              <a:ext uri="{FF2B5EF4-FFF2-40B4-BE49-F238E27FC236}">
                <a16:creationId xmlns:a16="http://schemas.microsoft.com/office/drawing/2014/main" id="{40C981B8-B63A-157A-9FCF-553AD8F93482}"/>
              </a:ext>
            </a:extLst>
          </p:cNvPr>
          <p:cNvSpPr>
            <a:spLocks noGrp="1"/>
          </p:cNvSpPr>
          <p:nvPr>
            <p:ph type="subTitle" idx="1"/>
          </p:nvPr>
        </p:nvSpPr>
        <p:spPr/>
        <p:txBody>
          <a:bodyPr/>
          <a:lstStyle/>
          <a:p>
            <a:endParaRPr lang="fr-CM"/>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path" presetSubtype="0" accel="50000" decel="50000" fill="hold" nodeType="with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6" dur="2000" fill="hold"/>
                                        <p:tgtEl>
                                          <p:spTgt spid="355"/>
                                        </p:tgtEl>
                                        <p:attrNameLst>
                                          <p:attrName>ppt_x</p:attrName>
                                          <p:attrName>ppt_y</p:attrName>
                                        </p:attrNameLst>
                                      </p:cBhvr>
                                    </p:animMotion>
                                  </p:childTnLst>
                                </p:cTn>
                              </p:par>
                              <p:par>
                                <p:cTn id="7" presetID="26" presetClass="path" presetSubtype="0" accel="50000" decel="50000" fill="hold" nodeType="with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8" dur="20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grpSp>
        <p:nvGrpSpPr>
          <p:cNvPr id="360" name="Google Shape;360;p39"/>
          <p:cNvGrpSpPr/>
          <p:nvPr/>
        </p:nvGrpSpPr>
        <p:grpSpPr>
          <a:xfrm>
            <a:off x="6975854" y="271499"/>
            <a:ext cx="2224060" cy="2189886"/>
            <a:chOff x="6975854" y="271499"/>
            <a:chExt cx="2224060" cy="2189886"/>
          </a:xfrm>
        </p:grpSpPr>
        <p:pic>
          <p:nvPicPr>
            <p:cNvPr id="361" name="Google Shape;361;p39"/>
            <p:cNvPicPr preferRelativeResize="0"/>
            <p:nvPr/>
          </p:nvPicPr>
          <p:blipFill>
            <a:blip r:embed="rId3">
              <a:alphaModFix/>
            </a:blip>
            <a:stretch>
              <a:fillRect/>
            </a:stretch>
          </p:blipFill>
          <p:spPr>
            <a:xfrm rot="-8024157" flipH="1">
              <a:off x="7422581" y="673606"/>
              <a:ext cx="1466142" cy="1487715"/>
            </a:xfrm>
            <a:prstGeom prst="rect">
              <a:avLst/>
            </a:prstGeom>
            <a:noFill/>
            <a:ln>
              <a:noFill/>
            </a:ln>
            <a:effectLst>
              <a:outerShdw blurRad="57150" dist="19050" dir="5400000" algn="bl" rotWithShape="0">
                <a:srgbClr val="000000">
                  <a:alpha val="25000"/>
                </a:srgbClr>
              </a:outerShdw>
            </a:effectLst>
          </p:spPr>
        </p:pic>
        <p:pic>
          <p:nvPicPr>
            <p:cNvPr id="362" name="Google Shape;362;p39"/>
            <p:cNvPicPr preferRelativeResize="0"/>
            <p:nvPr/>
          </p:nvPicPr>
          <p:blipFill>
            <a:blip r:embed="rId4">
              <a:alphaModFix/>
            </a:blip>
            <a:stretch>
              <a:fillRect/>
            </a:stretch>
          </p:blipFill>
          <p:spPr>
            <a:xfrm rot="-71852" flipH="1">
              <a:off x="6992029" y="287407"/>
              <a:ext cx="1538632" cy="1563663"/>
            </a:xfrm>
            <a:prstGeom prst="rect">
              <a:avLst/>
            </a:prstGeom>
            <a:noFill/>
            <a:ln>
              <a:noFill/>
            </a:ln>
            <a:effectLst>
              <a:outerShdw blurRad="57150" dist="19050" dir="5400000" algn="bl" rotWithShape="0">
                <a:srgbClr val="000000">
                  <a:alpha val="25000"/>
                </a:srgbClr>
              </a:outerShdw>
            </a:effectLst>
          </p:spPr>
        </p:pic>
      </p:grpSp>
      <p:sp>
        <p:nvSpPr>
          <p:cNvPr id="363" name="Google Shape;363;p39"/>
          <p:cNvSpPr txBox="1">
            <a:spLocks noGrp="1"/>
          </p:cNvSpPr>
          <p:nvPr>
            <p:ph type="title"/>
          </p:nvPr>
        </p:nvSpPr>
        <p:spPr>
          <a:xfrm>
            <a:off x="713225" y="1337175"/>
            <a:ext cx="3769500" cy="146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Ahhh!</a:t>
            </a:r>
            <a:endParaRPr dirty="0"/>
          </a:p>
        </p:txBody>
      </p:sp>
      <p:sp>
        <p:nvSpPr>
          <p:cNvPr id="364" name="Google Shape;364;p39"/>
          <p:cNvSpPr txBox="1">
            <a:spLocks noGrp="1"/>
          </p:cNvSpPr>
          <p:nvPr>
            <p:ph type="subTitle" idx="1"/>
          </p:nvPr>
        </p:nvSpPr>
        <p:spPr>
          <a:xfrm>
            <a:off x="713225" y="2581300"/>
            <a:ext cx="3237300" cy="900300"/>
          </a:xfrm>
          <a:prstGeom prst="rect">
            <a:avLst/>
          </a:prstGeom>
        </p:spPr>
        <p:txBody>
          <a:bodyPr spcFirstLastPara="1" wrap="square" lIns="91425" tIns="91425" rIns="91425" bIns="91425" anchor="t" anchorCtr="0">
            <a:noAutofit/>
          </a:bodyPr>
          <a:lstStyle/>
          <a:p>
            <a:pPr marL="0" lvl="0" indent="0"/>
            <a:r>
              <a:rPr lang="en" dirty="0"/>
              <a:t>On aime tous respirer et se sentir libre de prendre soudainement une forte inspiration…..</a:t>
            </a:r>
            <a:endParaRPr dirty="0"/>
          </a:p>
        </p:txBody>
      </p:sp>
      <p:pic>
        <p:nvPicPr>
          <p:cNvPr id="365" name="Google Shape;365;p39"/>
          <p:cNvPicPr preferRelativeResize="0">
            <a:picLocks noGrp="1"/>
          </p:cNvPicPr>
          <p:nvPr>
            <p:ph type="pic" idx="2"/>
          </p:nvPr>
        </p:nvPicPr>
        <p:blipFill rotWithShape="1">
          <a:blip r:embed="rId5">
            <a:alphaModFix/>
          </a:blip>
          <a:srcRect t="16676" b="16676"/>
          <a:stretch/>
        </p:blipFill>
        <p:spPr>
          <a:xfrm>
            <a:off x="5071600" y="971025"/>
            <a:ext cx="3201600" cy="3201600"/>
          </a:xfrm>
          <a:prstGeom prst="ellipse">
            <a:avLst/>
          </a:prstGeom>
        </p:spPr>
      </p:pic>
      <p:pic>
        <p:nvPicPr>
          <p:cNvPr id="366" name="Google Shape;366;p39"/>
          <p:cNvPicPr preferRelativeResize="0"/>
          <p:nvPr/>
        </p:nvPicPr>
        <p:blipFill>
          <a:blip r:embed="rId6">
            <a:alphaModFix/>
          </a:blip>
          <a:stretch>
            <a:fillRect/>
          </a:stretch>
        </p:blipFill>
        <p:spPr>
          <a:xfrm rot="-1330482" flipH="1">
            <a:off x="3523697" y="-425661"/>
            <a:ext cx="2309200" cy="1598400"/>
          </a:xfrm>
          <a:prstGeom prst="rect">
            <a:avLst/>
          </a:prstGeom>
          <a:noFill/>
          <a:ln>
            <a:noFill/>
          </a:ln>
          <a:effectLst>
            <a:outerShdw blurRad="57150" dist="19050" dir="5400000" algn="bl" rotWithShape="0">
              <a:srgbClr val="000000">
                <a:alpha val="25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15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path" presetSubtype="0" accel="50000" decel="50000" fill="hold" nodeType="withEffect">
                                  <p:stCondLst>
                                    <p:cond delay="0"/>
                                  </p:stCondLst>
                                  <p:childTnLst>
                                    <p:animMotion origin="layout" path="M -0.1 -0.23673 L 0.025 -0.23673 C 0.08108 -0.23673 0.15 -0.1679 0.15 -0.11173 L 0.15 0.01327 " pathEditMode="relative" rAng="0" ptsTypes="AAAA">
                                      <p:cBhvr>
                                        <p:cTn id="6" dur="2000" fill="hold"/>
                                        <p:tgtEl>
                                          <p:spTgt spid="366"/>
                                        </p:tgtEl>
                                        <p:attrNameLst>
                                          <p:attrName>ppt_x</p:attrName>
                                          <p:attrName>ppt_y</p:attrName>
                                        </p:attrNameLst>
                                      </p:cBhvr>
                                      <p:rCtr x="1250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0"/>
          <p:cNvSpPr txBox="1">
            <a:spLocks noGrp="1"/>
          </p:cNvSpPr>
          <p:nvPr>
            <p:ph type="title"/>
          </p:nvPr>
        </p:nvSpPr>
        <p:spPr>
          <a:xfrm>
            <a:off x="720000" y="1982625"/>
            <a:ext cx="3702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372" name="Google Shape;372;p40"/>
          <p:cNvSpPr txBox="1">
            <a:spLocks noGrp="1"/>
          </p:cNvSpPr>
          <p:nvPr>
            <p:ph type="title" idx="2"/>
          </p:nvPr>
        </p:nvSpPr>
        <p:spPr>
          <a:xfrm>
            <a:off x="720000" y="1013275"/>
            <a:ext cx="1109400" cy="1038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373" name="Google Shape;373;p40"/>
          <p:cNvSpPr txBox="1">
            <a:spLocks noGrp="1"/>
          </p:cNvSpPr>
          <p:nvPr>
            <p:ph type="subTitle" idx="1"/>
          </p:nvPr>
        </p:nvSpPr>
        <p:spPr>
          <a:xfrm>
            <a:off x="720000" y="2735350"/>
            <a:ext cx="3675701" cy="153185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L’air que l’on respire est essentiel pour vivre, c’est une ressource ultra critique car contrairement aux autres ressources de la terre, c’est celle qui à la fois par son manque et sont altération cause la mort immédiate!!!</a:t>
            </a:r>
            <a:endParaRPr dirty="0"/>
          </a:p>
        </p:txBody>
      </p:sp>
      <p:pic>
        <p:nvPicPr>
          <p:cNvPr id="374" name="Google Shape;374;p40"/>
          <p:cNvPicPr preferRelativeResize="0"/>
          <p:nvPr/>
        </p:nvPicPr>
        <p:blipFill>
          <a:blip r:embed="rId3">
            <a:alphaModFix/>
          </a:blip>
          <a:stretch>
            <a:fillRect/>
          </a:stretch>
        </p:blipFill>
        <p:spPr>
          <a:xfrm>
            <a:off x="6879774" y="374600"/>
            <a:ext cx="2069325" cy="1883125"/>
          </a:xfrm>
          <a:prstGeom prst="rect">
            <a:avLst/>
          </a:prstGeom>
          <a:noFill/>
          <a:ln>
            <a:noFill/>
          </a:ln>
        </p:spPr>
      </p:pic>
      <p:pic>
        <p:nvPicPr>
          <p:cNvPr id="375" name="Google Shape;375;p40"/>
          <p:cNvPicPr preferRelativeResize="0"/>
          <p:nvPr/>
        </p:nvPicPr>
        <p:blipFill>
          <a:blip r:embed="rId4">
            <a:alphaModFix/>
          </a:blip>
          <a:stretch>
            <a:fillRect/>
          </a:stretch>
        </p:blipFill>
        <p:spPr>
          <a:xfrm rot="4168533">
            <a:off x="-10116" y="511733"/>
            <a:ext cx="398990" cy="622268"/>
          </a:xfrm>
          <a:prstGeom prst="rect">
            <a:avLst/>
          </a:prstGeom>
          <a:noFill/>
          <a:ln>
            <a:noFill/>
          </a:ln>
          <a:effectLst>
            <a:outerShdw blurRad="57150" dist="19050" dir="5400000" algn="bl" rotWithShape="0">
              <a:srgbClr val="000000">
                <a:alpha val="25000"/>
              </a:srgbClr>
            </a:outerShdw>
          </a:effectLst>
        </p:spPr>
      </p:pic>
      <p:pic>
        <p:nvPicPr>
          <p:cNvPr id="376" name="Google Shape;376;p40"/>
          <p:cNvPicPr preferRelativeResize="0">
            <a:picLocks noGrp="1"/>
          </p:cNvPicPr>
          <p:nvPr>
            <p:ph type="pic" idx="3"/>
          </p:nvPr>
        </p:nvPicPr>
        <p:blipFill rotWithShape="1">
          <a:blip r:embed="rId5">
            <a:alphaModFix/>
          </a:blip>
          <a:srcRect l="722" t="11261" r="40135"/>
          <a:stretch/>
        </p:blipFill>
        <p:spPr>
          <a:xfrm>
            <a:off x="5071600" y="971025"/>
            <a:ext cx="3201600" cy="3201600"/>
          </a:xfrm>
          <a:prstGeom prst="ellipse">
            <a:avLst/>
          </a:prstGeom>
        </p:spPr>
      </p:pic>
      <p:pic>
        <p:nvPicPr>
          <p:cNvPr id="377" name="Google Shape;377;p40"/>
          <p:cNvPicPr preferRelativeResize="0"/>
          <p:nvPr/>
        </p:nvPicPr>
        <p:blipFill>
          <a:blip r:embed="rId6">
            <a:alphaModFix/>
          </a:blip>
          <a:stretch>
            <a:fillRect/>
          </a:stretch>
        </p:blipFill>
        <p:spPr>
          <a:xfrm rot="1330475">
            <a:off x="7296969" y="3237513"/>
            <a:ext cx="1708214" cy="1182399"/>
          </a:xfrm>
          <a:prstGeom prst="rect">
            <a:avLst/>
          </a:prstGeom>
          <a:noFill/>
          <a:ln>
            <a:noFill/>
          </a:ln>
          <a:effectLst>
            <a:outerShdw blurRad="57150" dist="19050" dir="5400000" algn="bl" rotWithShape="0">
              <a:srgbClr val="000000">
                <a:alpha val="25000"/>
              </a:srgbClr>
            </a:outerShdw>
          </a:effectLst>
        </p:spPr>
      </p:pic>
      <p:sp>
        <p:nvSpPr>
          <p:cNvPr id="3" name="ZoneTexte 2">
            <a:extLst>
              <a:ext uri="{FF2B5EF4-FFF2-40B4-BE49-F238E27FC236}">
                <a16:creationId xmlns:a16="http://schemas.microsoft.com/office/drawing/2014/main" id="{CE6ADD95-7303-D483-0810-2BAEC7FF6A3E}"/>
              </a:ext>
            </a:extLst>
          </p:cNvPr>
          <p:cNvSpPr txBox="1"/>
          <p:nvPr/>
        </p:nvSpPr>
        <p:spPr>
          <a:xfrm>
            <a:off x="3815644" y="4242973"/>
            <a:ext cx="2754489" cy="523220"/>
          </a:xfrm>
          <a:prstGeom prst="rect">
            <a:avLst/>
          </a:prstGeom>
          <a:noFill/>
        </p:spPr>
        <p:txBody>
          <a:bodyPr wrap="square" rtlCol="0">
            <a:spAutoFit/>
          </a:bodyPr>
          <a:lstStyle/>
          <a:p>
            <a:r>
              <a:rPr lang="fr-CM" dirty="0"/>
              <a:t>⚠️L’étude de sa qualité est donc d’utilité </a:t>
            </a:r>
            <a:r>
              <a:rPr lang="fr-CM" b="1" dirty="0"/>
              <a:t>méga</a:t>
            </a:r>
            <a:r>
              <a:rPr lang="fr-CM" dirty="0"/>
              <a:t> publique </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2000" fill="hold"/>
                                        <p:tgtEl>
                                          <p:spTgt spid="375"/>
                                        </p:tgtEl>
                                        <p:attrNameLst>
                                          <p:attrName>r</p:attrName>
                                        </p:attrNameLst>
                                      </p:cBhvr>
                                    </p:animRot>
                                  </p:childTnLst>
                                </p:cTn>
                              </p:par>
                              <p:par>
                                <p:cTn id="7" presetID="8" presetClass="emph" presetSubtype="0" fill="hold" nodeType="withEffect">
                                  <p:stCondLst>
                                    <p:cond delay="0"/>
                                  </p:stCondLst>
                                  <p:childTnLst>
                                    <p:animRot by="21600000">
                                      <p:cBhvr>
                                        <p:cTn id="8" dur="2000" fill="hold"/>
                                        <p:tgtEl>
                                          <p:spTgt spid="37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383" name="Google Shape;383;p41"/>
          <p:cNvSpPr txBox="1">
            <a:spLocks noGrp="1"/>
          </p:cNvSpPr>
          <p:nvPr>
            <p:ph type="subTitle" idx="1"/>
          </p:nvPr>
        </p:nvSpPr>
        <p:spPr>
          <a:xfrm>
            <a:off x="4494100" y="1787325"/>
            <a:ext cx="3571200" cy="226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Nous précisons quer vu que nous sommes en Europe nous avons utilisé l’échelle standard de l’aqi pour cette région.</a:t>
            </a:r>
            <a:endParaRPr dirty="0"/>
          </a:p>
        </p:txBody>
      </p:sp>
      <p:sp>
        <p:nvSpPr>
          <p:cNvPr id="384" name="Google Shape;384;p41"/>
          <p:cNvSpPr txBox="1">
            <a:spLocks noGrp="1"/>
          </p:cNvSpPr>
          <p:nvPr>
            <p:ph type="subTitle" idx="2"/>
          </p:nvPr>
        </p:nvSpPr>
        <p:spPr>
          <a:xfrm>
            <a:off x="720000" y="1787325"/>
            <a:ext cx="3571200" cy="226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Nous sommes en charge du projet </a:t>
            </a:r>
            <a:r>
              <a:rPr lang="en" b="1" dirty="0"/>
              <a:t>SmartCity</a:t>
            </a:r>
            <a:r>
              <a:rPr lang="en" dirty="0"/>
              <a:t> et nous avons pour objectif de concevoir une application web qui peut faire parcourir l’historique de la qualité de l’air sur plusieurs jours dans le passé puis qui pourra afficher la prédiction des valeurs de l’aqi des prochaines heures.</a:t>
            </a:r>
            <a:endParaRPr dirty="0"/>
          </a:p>
        </p:txBody>
      </p:sp>
      <p:pic>
        <p:nvPicPr>
          <p:cNvPr id="385" name="Google Shape;385;p41"/>
          <p:cNvPicPr preferRelativeResize="0"/>
          <p:nvPr/>
        </p:nvPicPr>
        <p:blipFill>
          <a:blip r:embed="rId3">
            <a:alphaModFix/>
          </a:blip>
          <a:stretch>
            <a:fillRect/>
          </a:stretch>
        </p:blipFill>
        <p:spPr>
          <a:xfrm rot="5782022">
            <a:off x="474040" y="55423"/>
            <a:ext cx="491922" cy="767231"/>
          </a:xfrm>
          <a:prstGeom prst="rect">
            <a:avLst/>
          </a:prstGeom>
          <a:noFill/>
          <a:ln>
            <a:noFill/>
          </a:ln>
          <a:effectLst>
            <a:outerShdw blurRad="57150" dist="19050" dir="5400000" algn="bl" rotWithShape="0">
              <a:srgbClr val="000000">
                <a:alpha val="25000"/>
              </a:srgbClr>
            </a:outerShdw>
          </a:effectLst>
        </p:spPr>
      </p:pic>
      <p:pic>
        <p:nvPicPr>
          <p:cNvPr id="5" name="table">
            <a:extLst>
              <a:ext uri="{FF2B5EF4-FFF2-40B4-BE49-F238E27FC236}">
                <a16:creationId xmlns:a16="http://schemas.microsoft.com/office/drawing/2014/main" id="{D6B37814-06FE-47C8-D35F-2B1AE3402AAF}"/>
              </a:ext>
            </a:extLst>
          </p:cNvPr>
          <p:cNvPicPr>
            <a:picLocks noChangeAspect="1"/>
          </p:cNvPicPr>
          <p:nvPr/>
        </p:nvPicPr>
        <p:blipFill>
          <a:blip r:embed="rId4"/>
          <a:stretch>
            <a:fillRect/>
          </a:stretch>
        </p:blipFill>
        <p:spPr>
          <a:xfrm>
            <a:off x="4291200" y="2571750"/>
            <a:ext cx="4852800" cy="241377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xit" presetSubtype="32" fill="hold" nodeType="withEffect">
                                  <p:stCondLst>
                                    <p:cond delay="0"/>
                                  </p:stCondLst>
                                  <p:childTnLst>
                                    <p:anim calcmode="lin" valueType="num">
                                      <p:cBhvr>
                                        <p:cTn id="6" dur="500"/>
                                        <p:tgtEl>
                                          <p:spTgt spid="385"/>
                                        </p:tgtEl>
                                        <p:attrNameLst>
                                          <p:attrName>ppt_w</p:attrName>
                                        </p:attrNameLst>
                                      </p:cBhvr>
                                      <p:tavLst>
                                        <p:tav tm="0">
                                          <p:val>
                                            <p:strVal val="ppt_w"/>
                                          </p:val>
                                        </p:tav>
                                        <p:tav tm="100000">
                                          <p:val>
                                            <p:fltVal val="0"/>
                                          </p:val>
                                        </p:tav>
                                      </p:tavLst>
                                    </p:anim>
                                    <p:anim calcmode="lin" valueType="num">
                                      <p:cBhvr>
                                        <p:cTn id="7" dur="500"/>
                                        <p:tgtEl>
                                          <p:spTgt spid="385"/>
                                        </p:tgtEl>
                                        <p:attrNameLst>
                                          <p:attrName>ppt_h</p:attrName>
                                        </p:attrNameLst>
                                      </p:cBhvr>
                                      <p:tavLst>
                                        <p:tav tm="0">
                                          <p:val>
                                            <p:strVal val="ppt_h"/>
                                          </p:val>
                                        </p:tav>
                                        <p:tav tm="100000">
                                          <p:val>
                                            <p:fltVal val="0"/>
                                          </p:val>
                                        </p:tav>
                                      </p:tavLst>
                                    </p:anim>
                                    <p:animEffect transition="out" filter="fade">
                                      <p:cBhvr>
                                        <p:cTn id="8" dur="500"/>
                                        <p:tgtEl>
                                          <p:spTgt spid="385"/>
                                        </p:tgtEl>
                                      </p:cBhvr>
                                    </p:animEffect>
                                    <p:set>
                                      <p:cBhvr>
                                        <p:cTn id="9" dur="1" fill="hold">
                                          <p:stCondLst>
                                            <p:cond delay="499"/>
                                          </p:stCondLst>
                                        </p:cTn>
                                        <p:tgtEl>
                                          <p:spTgt spid="3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Les composants de l’AQI</a:t>
            </a:r>
            <a:endParaRPr dirty="0"/>
          </a:p>
        </p:txBody>
      </p:sp>
      <p:graphicFrame>
        <p:nvGraphicFramePr>
          <p:cNvPr id="844" name="Google Shape;844;p60"/>
          <p:cNvGraphicFramePr/>
          <p:nvPr>
            <p:extLst>
              <p:ext uri="{D42A27DB-BD31-4B8C-83A1-F6EECF244321}">
                <p14:modId xmlns:p14="http://schemas.microsoft.com/office/powerpoint/2010/main" val="2113631986"/>
              </p:ext>
            </p:extLst>
          </p:nvPr>
        </p:nvGraphicFramePr>
        <p:xfrm>
          <a:off x="903630" y="1395701"/>
          <a:ext cx="6414850" cy="2895390"/>
        </p:xfrm>
        <a:graphic>
          <a:graphicData uri="http://schemas.openxmlformats.org/drawingml/2006/table">
            <a:tbl>
              <a:tblPr>
                <a:noFill/>
                <a:tableStyleId>{12F745E0-F2DC-421A-89DE-318E07A7735E}</a:tableStyleId>
              </a:tblPr>
              <a:tblGrid>
                <a:gridCol w="2612775">
                  <a:extLst>
                    <a:ext uri="{9D8B030D-6E8A-4147-A177-3AD203B41FA5}">
                      <a16:colId xmlns:a16="http://schemas.microsoft.com/office/drawing/2014/main" val="20000"/>
                    </a:ext>
                  </a:extLst>
                </a:gridCol>
                <a:gridCol w="3802075">
                  <a:extLst>
                    <a:ext uri="{9D8B030D-6E8A-4147-A177-3AD203B41FA5}">
                      <a16:colId xmlns:a16="http://schemas.microsoft.com/office/drawing/2014/main" val="20001"/>
                    </a:ext>
                  </a:extLst>
                </a:gridCol>
              </a:tblGrid>
              <a:tr h="422200">
                <a:tc>
                  <a:txBody>
                    <a:bodyPr/>
                    <a:lstStyle/>
                    <a:p>
                      <a:pPr marL="0" lvl="0" indent="0" algn="l" rtl="0">
                        <a:lnSpc>
                          <a:spcPct val="100000"/>
                        </a:lnSpc>
                        <a:spcBef>
                          <a:spcPts val="0"/>
                        </a:spcBef>
                        <a:spcAft>
                          <a:spcPts val="0"/>
                        </a:spcAft>
                        <a:buNone/>
                      </a:pPr>
                      <a:r>
                        <a:rPr lang="en" sz="2200" b="1">
                          <a:solidFill>
                            <a:schemeClr val="dk1"/>
                          </a:solidFill>
                          <a:latin typeface="Kumbh Sans"/>
                          <a:ea typeface="Kumbh Sans"/>
                          <a:cs typeface="Kumbh Sans"/>
                          <a:sym typeface="Kumbh Sans"/>
                        </a:rPr>
                        <a:t>AQI Component</a:t>
                      </a:r>
                      <a:endParaRPr sz="2200" b="1">
                        <a:solidFill>
                          <a:schemeClr val="dk1"/>
                        </a:solidFill>
                        <a:latin typeface="Kumbh Sans"/>
                        <a:ea typeface="Kumbh Sans"/>
                        <a:cs typeface="Kumbh Sans"/>
                        <a:sym typeface="Kumbh Sans"/>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alpha val="0"/>
                        </a:schemeClr>
                      </a:solidFill>
                      <a:prstDash val="solid"/>
                      <a:round/>
                      <a:headEnd type="none" w="sm" len="sm"/>
                      <a:tailEnd type="none" w="sm" len="sm"/>
                    </a:lnT>
                    <a:lnB w="8650" cap="flat" cmpd="sng">
                      <a:solidFill>
                        <a:schemeClr val="dk1"/>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2200" b="1">
                          <a:solidFill>
                            <a:schemeClr val="dk1"/>
                          </a:solidFill>
                          <a:latin typeface="Kumbh Sans"/>
                          <a:ea typeface="Kumbh Sans"/>
                          <a:cs typeface="Kumbh Sans"/>
                          <a:sym typeface="Kumbh Sans"/>
                        </a:rPr>
                        <a:t>Description</a:t>
                      </a:r>
                      <a:endParaRPr sz="2200" b="1">
                        <a:solidFill>
                          <a:schemeClr val="dk1"/>
                        </a:solidFill>
                        <a:latin typeface="Kumbh Sans"/>
                        <a:ea typeface="Kumbh Sans"/>
                        <a:cs typeface="Kumbh Sans"/>
                        <a:sym typeface="Kumbh Sans"/>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alpha val="0"/>
                        </a:schemeClr>
                      </a:solidFill>
                      <a:prstDash val="solid"/>
                      <a:round/>
                      <a:headEnd type="none" w="sm" len="sm"/>
                      <a:tailEnd type="none" w="sm" len="sm"/>
                    </a:lnT>
                    <a:lnB w="86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15175">
                <a:tc>
                  <a:txBody>
                    <a:bodyPr/>
                    <a:lstStyle/>
                    <a:p>
                      <a:pPr marL="0" lvl="0" indent="0" algn="l" rtl="0">
                        <a:lnSpc>
                          <a:spcPct val="100000"/>
                        </a:lnSpc>
                        <a:spcBef>
                          <a:spcPts val="0"/>
                        </a:spcBef>
                        <a:spcAft>
                          <a:spcPts val="0"/>
                        </a:spcAft>
                        <a:buNone/>
                      </a:pPr>
                      <a:r>
                        <a:rPr lang="en">
                          <a:solidFill>
                            <a:schemeClr val="dk1"/>
                          </a:solidFill>
                          <a:latin typeface="Hind Madurai"/>
                          <a:ea typeface="Hind Madurai"/>
                          <a:cs typeface="Hind Madurai"/>
                          <a:sym typeface="Hind Madurai"/>
                        </a:rPr>
                        <a:t>Particulate Matter (PM2.5)</a:t>
                      </a:r>
                      <a:endParaRPr>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Hind Madurai"/>
                          <a:ea typeface="Hind Madurai"/>
                          <a:cs typeface="Hind Madurai"/>
                          <a:sym typeface="Hind Madurai"/>
                        </a:rPr>
                        <a:t>Saturn is a gas giant and has several rings</a:t>
                      </a:r>
                      <a:endParaRPr>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29475">
                <a:tc>
                  <a:txBody>
                    <a:bodyPr/>
                    <a:lstStyle/>
                    <a:p>
                      <a:pPr marL="0" lvl="0" indent="0" algn="l" rtl="0">
                        <a:lnSpc>
                          <a:spcPct val="100000"/>
                        </a:lnSpc>
                        <a:spcBef>
                          <a:spcPts val="0"/>
                        </a:spcBef>
                        <a:spcAft>
                          <a:spcPts val="0"/>
                        </a:spcAft>
                        <a:buNone/>
                      </a:pPr>
                      <a:r>
                        <a:rPr lang="en">
                          <a:solidFill>
                            <a:schemeClr val="dk1"/>
                          </a:solidFill>
                          <a:latin typeface="Hind Madurai"/>
                          <a:ea typeface="Hind Madurai"/>
                          <a:cs typeface="Hind Madurai"/>
                          <a:sym typeface="Hind Madurai"/>
                        </a:rPr>
                        <a:t>Particulate Matter (PM10)</a:t>
                      </a:r>
                      <a:endParaRPr>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Hind Madurai"/>
                          <a:ea typeface="Hind Madurai"/>
                          <a:cs typeface="Hind Madurai"/>
                          <a:sym typeface="Hind Madurai"/>
                        </a:rPr>
                        <a:t>Venus has a beautiful name</a:t>
                      </a:r>
                      <a:endParaRPr>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15200">
                <a:tc>
                  <a:txBody>
                    <a:bodyPr/>
                    <a:lstStyle/>
                    <a:p>
                      <a:pPr marL="0" lvl="0" indent="0" algn="l" rtl="0">
                        <a:lnSpc>
                          <a:spcPct val="100000"/>
                        </a:lnSpc>
                        <a:spcBef>
                          <a:spcPts val="0"/>
                        </a:spcBef>
                        <a:spcAft>
                          <a:spcPts val="0"/>
                        </a:spcAft>
                        <a:buNone/>
                      </a:pPr>
                      <a:r>
                        <a:rPr lang="en">
                          <a:solidFill>
                            <a:schemeClr val="dk1"/>
                          </a:solidFill>
                          <a:latin typeface="Hind Madurai"/>
                          <a:ea typeface="Hind Madurai"/>
                          <a:cs typeface="Hind Madurai"/>
                          <a:sym typeface="Hind Madurai"/>
                        </a:rPr>
                        <a:t>Ozone (O3)</a:t>
                      </a:r>
                      <a:endParaRPr>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Hind Madurai"/>
                          <a:ea typeface="Hind Madurai"/>
                          <a:cs typeface="Hind Madurai"/>
                          <a:sym typeface="Hind Madurai"/>
                        </a:rPr>
                        <a:t>Jupiter is a gas giant and the biggest planet</a:t>
                      </a:r>
                      <a:endParaRPr>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lnSpc>
                          <a:spcPct val="100000"/>
                        </a:lnSpc>
                        <a:spcBef>
                          <a:spcPts val="0"/>
                        </a:spcBef>
                        <a:spcAft>
                          <a:spcPts val="0"/>
                        </a:spcAft>
                        <a:buNone/>
                      </a:pPr>
                      <a:r>
                        <a:rPr lang="en">
                          <a:solidFill>
                            <a:schemeClr val="dk1"/>
                          </a:solidFill>
                          <a:latin typeface="Hind Madurai"/>
                          <a:ea typeface="Hind Madurai"/>
                          <a:cs typeface="Hind Madurai"/>
                          <a:sym typeface="Hind Madurai"/>
                        </a:rPr>
                        <a:t>Nitrogen Dioxide (NO2)</a:t>
                      </a:r>
                      <a:endParaRPr>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Hind Madurai"/>
                          <a:ea typeface="Hind Madurai"/>
                          <a:cs typeface="Hind Madurai"/>
                          <a:sym typeface="Hind Madurai"/>
                        </a:rPr>
                        <a:t>Mercury is the closest planet to the Sun</a:t>
                      </a:r>
                      <a:endParaRPr>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lnSpc>
                          <a:spcPct val="100000"/>
                        </a:lnSpc>
                        <a:spcBef>
                          <a:spcPts val="0"/>
                        </a:spcBef>
                        <a:spcAft>
                          <a:spcPts val="0"/>
                        </a:spcAft>
                        <a:buNone/>
                      </a:pPr>
                      <a:r>
                        <a:rPr lang="en" dirty="0">
                          <a:solidFill>
                            <a:schemeClr val="dk1"/>
                          </a:solidFill>
                          <a:latin typeface="Hind Madurai"/>
                          <a:ea typeface="Hind Madurai"/>
                          <a:cs typeface="Hind Madurai"/>
                          <a:sym typeface="Hind Madurai"/>
                        </a:rPr>
                        <a:t>Sulfur (SO2)</a:t>
                      </a:r>
                      <a:endParaRPr dirty="0">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dk1"/>
                          </a:solidFill>
                          <a:latin typeface="Hind Madurai"/>
                          <a:ea typeface="Hind Madurai"/>
                          <a:cs typeface="Hind Madurai"/>
                          <a:sym typeface="Hind Madurai"/>
                        </a:rPr>
                        <a:t>Despite being red, Mars is a cold place</a:t>
                      </a:r>
                      <a:endParaRPr>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lnSpc>
                          <a:spcPct val="100000"/>
                        </a:lnSpc>
                        <a:spcBef>
                          <a:spcPts val="0"/>
                        </a:spcBef>
                        <a:spcAft>
                          <a:spcPts val="0"/>
                        </a:spcAft>
                        <a:buNone/>
                      </a:pPr>
                      <a:r>
                        <a:rPr lang="en">
                          <a:solidFill>
                            <a:schemeClr val="dk1"/>
                          </a:solidFill>
                          <a:latin typeface="Hind Madurai"/>
                          <a:ea typeface="Hind Madurai"/>
                          <a:cs typeface="Hind Madurai"/>
                          <a:sym typeface="Hind Madurai"/>
                        </a:rPr>
                        <a:t>Carbon Monoxide (CO)</a:t>
                      </a:r>
                      <a:endParaRPr>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dirty="0">
                          <a:solidFill>
                            <a:schemeClr val="dk1"/>
                          </a:solidFill>
                          <a:latin typeface="Hind Madurai"/>
                          <a:ea typeface="Hind Madurai"/>
                          <a:cs typeface="Hind Madurai"/>
                          <a:sym typeface="Hind Madurai"/>
                        </a:rPr>
                        <a:t>Neptune is far from the Sun</a:t>
                      </a:r>
                      <a:endParaRPr dirty="0">
                        <a:solidFill>
                          <a:schemeClr val="dk1"/>
                        </a:solidFill>
                        <a:latin typeface="Hind Madurai"/>
                        <a:ea typeface="Hind Madurai"/>
                        <a:cs typeface="Hind Madurai"/>
                        <a:sym typeface="Hind Madurai"/>
                      </a:endParaRPr>
                    </a:p>
                  </a:txBody>
                  <a:tcPr marL="91425" marR="91425" marT="91425" marB="91425" anchor="ctr">
                    <a:lnL w="8650" cap="flat" cmpd="sng">
                      <a:solidFill>
                        <a:schemeClr val="dk1">
                          <a:alpha val="0"/>
                        </a:schemeClr>
                      </a:solidFill>
                      <a:prstDash val="solid"/>
                      <a:round/>
                      <a:headEnd type="none" w="sm" len="sm"/>
                      <a:tailEnd type="none" w="sm" len="sm"/>
                    </a:lnL>
                    <a:lnR w="8650" cap="flat" cmpd="sng">
                      <a:solidFill>
                        <a:schemeClr val="dk1">
                          <a:alpha val="0"/>
                        </a:schemeClr>
                      </a:solidFill>
                      <a:prstDash val="solid"/>
                      <a:round/>
                      <a:headEnd type="none" w="sm" len="sm"/>
                      <a:tailEnd type="none" w="sm" len="sm"/>
                    </a:lnR>
                    <a:lnT w="8650" cap="flat" cmpd="sng">
                      <a:solidFill>
                        <a:schemeClr val="dk1"/>
                      </a:solidFill>
                      <a:prstDash val="solid"/>
                      <a:round/>
                      <a:headEnd type="none" w="sm" len="sm"/>
                      <a:tailEnd type="none" w="sm" len="sm"/>
                    </a:lnT>
                    <a:lnB w="8650"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845" name="Google Shape;845;p60"/>
          <p:cNvPicPr preferRelativeResize="0"/>
          <p:nvPr/>
        </p:nvPicPr>
        <p:blipFill>
          <a:blip r:embed="rId3">
            <a:alphaModFix/>
          </a:blip>
          <a:stretch>
            <a:fillRect/>
          </a:stretch>
        </p:blipFill>
        <p:spPr>
          <a:xfrm rot="5782022">
            <a:off x="657669" y="823098"/>
            <a:ext cx="491922" cy="767231"/>
          </a:xfrm>
          <a:prstGeom prst="rect">
            <a:avLst/>
          </a:prstGeom>
          <a:noFill/>
          <a:ln>
            <a:noFill/>
          </a:ln>
          <a:effectLst>
            <a:outerShdw blurRad="57150" dist="19050" dir="5400000" algn="bl" rotWithShape="0">
              <a:srgbClr val="000000">
                <a:alpha val="25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path" presetSubtype="0" accel="50000" decel="50000" fill="hold" nodeType="withEffect">
                                  <p:stCondLst>
                                    <p:cond delay="0"/>
                                  </p:stCondLst>
                                  <p:childTnLst>
                                    <p:animMotion origin="layout" path="M 0.05816 2.09877E-6 L 0.46841 2.09877E-6 L 0.57431 0.42623 L -0.03993 0.42623 L 0.05816 2.09877E-6 Z " pathEditMode="relative" rAng="0" ptsTypes="AAAAA">
                                      <p:cBhvr>
                                        <p:cTn id="6" dur="2000" fill="hold"/>
                                        <p:tgtEl>
                                          <p:spTgt spid="845"/>
                                        </p:tgtEl>
                                        <p:attrNameLst>
                                          <p:attrName>ppt_x</p:attrName>
                                          <p:attrName>ppt_y</p:attrName>
                                        </p:attrNameLst>
                                      </p:cBhvr>
                                      <p:rCtr x="20903" y="2129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grpSp>
        <p:nvGrpSpPr>
          <p:cNvPr id="390" name="Google Shape;390;p42"/>
          <p:cNvGrpSpPr/>
          <p:nvPr/>
        </p:nvGrpSpPr>
        <p:grpSpPr>
          <a:xfrm>
            <a:off x="6805399" y="2483126"/>
            <a:ext cx="2189451" cy="2477274"/>
            <a:chOff x="6805399" y="2483126"/>
            <a:chExt cx="2189451" cy="2477274"/>
          </a:xfrm>
        </p:grpSpPr>
        <p:pic>
          <p:nvPicPr>
            <p:cNvPr id="391" name="Google Shape;391;p42"/>
            <p:cNvPicPr preferRelativeResize="0"/>
            <p:nvPr/>
          </p:nvPicPr>
          <p:blipFill>
            <a:blip r:embed="rId3">
              <a:alphaModFix/>
            </a:blip>
            <a:stretch>
              <a:fillRect/>
            </a:stretch>
          </p:blipFill>
          <p:spPr>
            <a:xfrm rot="-3837203" flipH="1">
              <a:off x="7062529" y="3231292"/>
              <a:ext cx="1466142" cy="1487715"/>
            </a:xfrm>
            <a:prstGeom prst="rect">
              <a:avLst/>
            </a:prstGeom>
            <a:noFill/>
            <a:ln>
              <a:noFill/>
            </a:ln>
            <a:effectLst>
              <a:outerShdw blurRad="57150" dist="19050" dir="5400000" algn="bl" rotWithShape="0">
                <a:srgbClr val="000000">
                  <a:alpha val="25000"/>
                </a:srgbClr>
              </a:outerShdw>
            </a:effectLst>
          </p:spPr>
        </p:pic>
        <p:pic>
          <p:nvPicPr>
            <p:cNvPr id="392" name="Google Shape;392;p42"/>
            <p:cNvPicPr preferRelativeResize="0"/>
            <p:nvPr/>
          </p:nvPicPr>
          <p:blipFill>
            <a:blip r:embed="rId4">
              <a:alphaModFix/>
            </a:blip>
            <a:stretch>
              <a:fillRect/>
            </a:stretch>
          </p:blipFill>
          <p:spPr>
            <a:xfrm rot="4115103" flipH="1">
              <a:off x="7216789" y="2702963"/>
              <a:ext cx="1538633" cy="1563662"/>
            </a:xfrm>
            <a:prstGeom prst="rect">
              <a:avLst/>
            </a:prstGeom>
            <a:noFill/>
            <a:ln>
              <a:noFill/>
            </a:ln>
            <a:effectLst>
              <a:outerShdw blurRad="57150" dist="19050" dir="5400000" algn="bl" rotWithShape="0">
                <a:srgbClr val="000000">
                  <a:alpha val="25000"/>
                </a:srgbClr>
              </a:outerShdw>
            </a:effectLst>
          </p:spPr>
        </p:pic>
      </p:grpSp>
      <p:sp>
        <p:nvSpPr>
          <p:cNvPr id="393" name="Google Shape;393;p42"/>
          <p:cNvSpPr txBox="1">
            <a:spLocks noGrp="1"/>
          </p:cNvSpPr>
          <p:nvPr>
            <p:ph type="title"/>
          </p:nvPr>
        </p:nvSpPr>
        <p:spPr>
          <a:xfrm>
            <a:off x="720000" y="445025"/>
            <a:ext cx="3770400" cy="117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Venez par ici!</a:t>
            </a:r>
            <a:endParaRPr dirty="0"/>
          </a:p>
        </p:txBody>
      </p:sp>
      <p:sp>
        <p:nvSpPr>
          <p:cNvPr id="394" name="Google Shape;394;p42"/>
          <p:cNvSpPr txBox="1">
            <a:spLocks noGrp="1"/>
          </p:cNvSpPr>
          <p:nvPr>
            <p:ph type="subTitle" idx="1"/>
          </p:nvPr>
        </p:nvSpPr>
        <p:spPr>
          <a:xfrm>
            <a:off x="720000" y="1881250"/>
            <a:ext cx="4033800" cy="220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fr-CM" dirty="0"/>
              <a:t>Maintenant nous devons réfléchir à la mise en place du projet.</a:t>
            </a:r>
          </a:p>
          <a:p>
            <a:pPr marL="0" lvl="0" indent="0" algn="l" rtl="0">
              <a:spcBef>
                <a:spcPts val="0"/>
              </a:spcBef>
              <a:spcAft>
                <a:spcPts val="0"/>
              </a:spcAft>
              <a:buClr>
                <a:schemeClr val="dk1"/>
              </a:buClr>
              <a:buSzPts val="1100"/>
              <a:buFont typeface="Arial"/>
              <a:buNone/>
            </a:pPr>
            <a:r>
              <a:rPr lang="fr-CM" dirty="0"/>
              <a:t>   </a:t>
            </a:r>
            <a:endParaRPr dirty="0"/>
          </a:p>
        </p:txBody>
      </p:sp>
      <p:pic>
        <p:nvPicPr>
          <p:cNvPr id="395" name="Google Shape;395;p42"/>
          <p:cNvPicPr preferRelativeResize="0"/>
          <p:nvPr/>
        </p:nvPicPr>
        <p:blipFill>
          <a:blip r:embed="rId5">
            <a:alphaModFix/>
          </a:blip>
          <a:stretch>
            <a:fillRect/>
          </a:stretch>
        </p:blipFill>
        <p:spPr>
          <a:xfrm rot="-5782022" flipH="1">
            <a:off x="4554690" y="3988109"/>
            <a:ext cx="491922" cy="767231"/>
          </a:xfrm>
          <a:prstGeom prst="rect">
            <a:avLst/>
          </a:prstGeom>
          <a:noFill/>
          <a:ln>
            <a:noFill/>
          </a:ln>
          <a:effectLst>
            <a:outerShdw blurRad="57150" dist="19050" dir="5400000" algn="bl" rotWithShape="0">
              <a:srgbClr val="000000">
                <a:alpha val="25000"/>
              </a:srgbClr>
            </a:outerShdw>
          </a:effectLst>
        </p:spPr>
      </p:pic>
      <p:pic>
        <p:nvPicPr>
          <p:cNvPr id="396" name="Google Shape;396;p42"/>
          <p:cNvPicPr preferRelativeResize="0">
            <a:picLocks noGrp="1"/>
          </p:cNvPicPr>
          <p:nvPr>
            <p:ph type="pic" idx="2"/>
          </p:nvPr>
        </p:nvPicPr>
        <p:blipFill rotWithShape="1">
          <a:blip r:embed="rId6">
            <a:alphaModFix/>
          </a:blip>
          <a:srcRect t="24607" b="8744"/>
          <a:stretch/>
        </p:blipFill>
        <p:spPr>
          <a:xfrm>
            <a:off x="5071600" y="971025"/>
            <a:ext cx="3201600" cy="3201600"/>
          </a:xfrm>
          <a:prstGeom prst="ellipse">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origami"/>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0">
          <a:extLst>
            <a:ext uri="{FF2B5EF4-FFF2-40B4-BE49-F238E27FC236}">
              <a16:creationId xmlns:a16="http://schemas.microsoft.com/office/drawing/2014/main" id="{0BC0C2E9-53BD-5EDB-A267-0EB8E75E6E4B}"/>
            </a:ext>
          </a:extLst>
        </p:cNvPr>
        <p:cNvGrpSpPr/>
        <p:nvPr/>
      </p:nvGrpSpPr>
      <p:grpSpPr>
        <a:xfrm>
          <a:off x="0" y="0"/>
          <a:ext cx="0" cy="0"/>
          <a:chOff x="0" y="0"/>
          <a:chExt cx="0" cy="0"/>
        </a:xfrm>
      </p:grpSpPr>
      <p:sp>
        <p:nvSpPr>
          <p:cNvPr id="371" name="Google Shape;371;p40">
            <a:extLst>
              <a:ext uri="{FF2B5EF4-FFF2-40B4-BE49-F238E27FC236}">
                <a16:creationId xmlns:a16="http://schemas.microsoft.com/office/drawing/2014/main" id="{88074075-D217-8080-8958-0490E8A64166}"/>
              </a:ext>
            </a:extLst>
          </p:cNvPr>
          <p:cNvSpPr txBox="1">
            <a:spLocks noGrp="1"/>
          </p:cNvSpPr>
          <p:nvPr>
            <p:ph type="title"/>
          </p:nvPr>
        </p:nvSpPr>
        <p:spPr>
          <a:xfrm>
            <a:off x="2650400" y="882998"/>
            <a:ext cx="4010044"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Architechture</a:t>
            </a:r>
            <a:endParaRPr dirty="0"/>
          </a:p>
        </p:txBody>
      </p:sp>
      <p:sp>
        <p:nvSpPr>
          <p:cNvPr id="372" name="Google Shape;372;p40">
            <a:extLst>
              <a:ext uri="{FF2B5EF4-FFF2-40B4-BE49-F238E27FC236}">
                <a16:creationId xmlns:a16="http://schemas.microsoft.com/office/drawing/2014/main" id="{3EBBBB8B-2F44-054E-64AA-EF45D2E8835D}"/>
              </a:ext>
            </a:extLst>
          </p:cNvPr>
          <p:cNvSpPr txBox="1">
            <a:spLocks noGrp="1"/>
          </p:cNvSpPr>
          <p:nvPr>
            <p:ph type="title" idx="2"/>
          </p:nvPr>
        </p:nvSpPr>
        <p:spPr>
          <a:xfrm>
            <a:off x="776444" y="784898"/>
            <a:ext cx="1109400" cy="1038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pic>
        <p:nvPicPr>
          <p:cNvPr id="374" name="Google Shape;374;p40">
            <a:extLst>
              <a:ext uri="{FF2B5EF4-FFF2-40B4-BE49-F238E27FC236}">
                <a16:creationId xmlns:a16="http://schemas.microsoft.com/office/drawing/2014/main" id="{3767446C-CC17-5532-B6C8-1315326F24F6}"/>
              </a:ext>
            </a:extLst>
          </p:cNvPr>
          <p:cNvPicPr preferRelativeResize="0"/>
          <p:nvPr/>
        </p:nvPicPr>
        <p:blipFill>
          <a:blip r:embed="rId3">
            <a:alphaModFix/>
          </a:blip>
          <a:stretch>
            <a:fillRect/>
          </a:stretch>
        </p:blipFill>
        <p:spPr>
          <a:xfrm>
            <a:off x="1805753" y="3417039"/>
            <a:ext cx="2069325" cy="1883125"/>
          </a:xfrm>
          <a:prstGeom prst="rect">
            <a:avLst/>
          </a:prstGeom>
          <a:noFill/>
          <a:ln>
            <a:noFill/>
          </a:ln>
        </p:spPr>
      </p:pic>
      <p:pic>
        <p:nvPicPr>
          <p:cNvPr id="375" name="Google Shape;375;p40">
            <a:extLst>
              <a:ext uri="{FF2B5EF4-FFF2-40B4-BE49-F238E27FC236}">
                <a16:creationId xmlns:a16="http://schemas.microsoft.com/office/drawing/2014/main" id="{9CD6957D-C707-4D59-5ABD-ED5D58270D90}"/>
              </a:ext>
            </a:extLst>
          </p:cNvPr>
          <p:cNvPicPr preferRelativeResize="0"/>
          <p:nvPr/>
        </p:nvPicPr>
        <p:blipFill>
          <a:blip r:embed="rId4">
            <a:alphaModFix/>
          </a:blip>
          <a:stretch>
            <a:fillRect/>
          </a:stretch>
        </p:blipFill>
        <p:spPr>
          <a:xfrm rot="4168533">
            <a:off x="514880" y="-119420"/>
            <a:ext cx="398990" cy="622268"/>
          </a:xfrm>
          <a:prstGeom prst="rect">
            <a:avLst/>
          </a:prstGeom>
          <a:noFill/>
          <a:ln>
            <a:noFill/>
          </a:ln>
          <a:effectLst>
            <a:outerShdw blurRad="57150" dist="19050" dir="5400000" algn="bl" rotWithShape="0">
              <a:srgbClr val="000000">
                <a:alpha val="25000"/>
              </a:srgbClr>
            </a:outerShdw>
          </a:effectLst>
        </p:spPr>
      </p:pic>
      <p:pic>
        <p:nvPicPr>
          <p:cNvPr id="9" name="Image 8">
            <a:extLst>
              <a:ext uri="{FF2B5EF4-FFF2-40B4-BE49-F238E27FC236}">
                <a16:creationId xmlns:a16="http://schemas.microsoft.com/office/drawing/2014/main" id="{1B4EC396-866F-6717-71B8-E734EE624B7A}"/>
              </a:ext>
            </a:extLst>
          </p:cNvPr>
          <p:cNvPicPr>
            <a:picLocks noChangeAspect="1"/>
          </p:cNvPicPr>
          <p:nvPr/>
        </p:nvPicPr>
        <p:blipFill>
          <a:blip r:embed="rId5"/>
          <a:stretch>
            <a:fillRect/>
          </a:stretch>
        </p:blipFill>
        <p:spPr>
          <a:xfrm>
            <a:off x="7674516" y="131221"/>
            <a:ext cx="9144000" cy="5335214"/>
          </a:xfrm>
          <a:prstGeom prst="rect">
            <a:avLst/>
          </a:prstGeom>
        </p:spPr>
      </p:pic>
      <p:pic>
        <p:nvPicPr>
          <p:cNvPr id="377" name="Google Shape;377;p40">
            <a:extLst>
              <a:ext uri="{FF2B5EF4-FFF2-40B4-BE49-F238E27FC236}">
                <a16:creationId xmlns:a16="http://schemas.microsoft.com/office/drawing/2014/main" id="{394FD30A-6E3F-27D6-D0D2-31A562E49AE0}"/>
              </a:ext>
            </a:extLst>
          </p:cNvPr>
          <p:cNvPicPr preferRelativeResize="0"/>
          <p:nvPr/>
        </p:nvPicPr>
        <p:blipFill>
          <a:blip r:embed="rId6">
            <a:alphaModFix/>
          </a:blip>
          <a:stretch>
            <a:fillRect/>
          </a:stretch>
        </p:blipFill>
        <p:spPr>
          <a:xfrm rot="1330475">
            <a:off x="6820409" y="-103568"/>
            <a:ext cx="1708214" cy="1182399"/>
          </a:xfrm>
          <a:prstGeom prst="rect">
            <a:avLst/>
          </a:prstGeom>
          <a:noFill/>
          <a:ln>
            <a:noFill/>
          </a:ln>
          <a:effectLst>
            <a:outerShdw blurRad="57150" dist="19050" dir="5400000" algn="bl" rotWithShape="0">
              <a:srgbClr val="000000">
                <a:alpha val="25000"/>
              </a:srgbClr>
            </a:outerShdw>
          </a:effectLst>
        </p:spPr>
      </p:pic>
    </p:spTree>
    <p:extLst>
      <p:ext uri="{BB962C8B-B14F-4D97-AF65-F5344CB8AC3E}">
        <p14:creationId xmlns:p14="http://schemas.microsoft.com/office/powerpoint/2010/main" val="470623102"/>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0 L 0 0.25 E" pathEditMode="relative" ptsTypes="">
                                      <p:cBhvr>
                                        <p:cTn id="6" dur="2000" fill="hold"/>
                                        <p:tgtEl>
                                          <p:spTgt spid="375"/>
                                        </p:tgtEl>
                                        <p:attrNameLst>
                                          <p:attrName>ppt_x</p:attrName>
                                          <p:attrName>ppt_y</p:attrName>
                                        </p:attrNameLst>
                                      </p:cBhvr>
                                    </p:animMotion>
                                  </p:childTnLst>
                                </p:cTn>
                              </p:par>
                              <p:par>
                                <p:cTn id="7" presetID="42" presetClass="path" presetSubtype="0" accel="50000" decel="50000" fill="hold" nodeType="withEffect">
                                  <p:stCondLst>
                                    <p:cond delay="0"/>
                                  </p:stCondLst>
                                  <p:childTnLst>
                                    <p:animMotion origin="layout" path="M 0 0 L 0 0.25 E" pathEditMode="relative" ptsTypes="">
                                      <p:cBhvr>
                                        <p:cTn id="8" dur="2000" fill="hold"/>
                                        <p:tgtEl>
                                          <p:spTgt spid="374"/>
                                        </p:tgtEl>
                                        <p:attrNameLst>
                                          <p:attrName>ppt_x</p:attrName>
                                          <p:attrName>ppt_y</p:attrName>
                                        </p:attrNameLst>
                                      </p:cBhvr>
                                    </p:animMotion>
                                  </p:childTnLst>
                                </p:cTn>
                              </p:par>
                              <p:par>
                                <p:cTn id="9" presetID="50" presetClass="path" presetSubtype="0" accel="50000" decel="50000" fill="hold" nodeType="withEffect">
                                  <p:stCondLst>
                                    <p:cond delay="0"/>
                                  </p:stCondLst>
                                  <p:childTnLst>
                                    <p:animMotion origin="layout" path="M 0.01493 -0.00956 L 0.13993 -0.00956 C 0.196 -0.00956 0.26493 0.05957 0.26493 0.11544 L 0.26493 0.24044 " pathEditMode="relative" rAng="0" ptsTypes="AAAA">
                                      <p:cBhvr>
                                        <p:cTn id="10" dur="2000" fill="hold"/>
                                        <p:tgtEl>
                                          <p:spTgt spid="377"/>
                                        </p:tgtEl>
                                        <p:attrNameLst>
                                          <p:attrName>ppt_x</p:attrName>
                                          <p:attrName>ppt_y</p:attrName>
                                        </p:attrNameLst>
                                      </p:cBhvr>
                                      <p:rCtr x="12500" y="12500"/>
                                    </p:animMotion>
                                  </p:childTnLst>
                                </p:cTn>
                              </p:par>
                              <p:par>
                                <p:cTn id="11" presetID="50" presetClass="path" presetSubtype="0" accel="50000" decel="50000" fill="hold" nodeType="withEffect">
                                  <p:stCondLst>
                                    <p:cond delay="0"/>
                                  </p:stCondLst>
                                  <p:childTnLst>
                                    <p:animMotion origin="layout" path="M 3.88889E-6 4.19753E-6 L 0.125 4.19753E-6 C 0.18107 4.19753E-6 0.25 0.06913 0.25 0.125 L 0.25 0.25 " pathEditMode="relative" rAng="0" ptsTypes="AAAA">
                                      <p:cBhvr>
                                        <p:cTn id="12" dur="2000" fill="hold"/>
                                        <p:tgtEl>
                                          <p:spTgt spid="9"/>
                                        </p:tgtEl>
                                        <p:attrNameLst>
                                          <p:attrName>ppt_x</p:attrName>
                                          <p:attrName>ppt_y</p:attrName>
                                        </p:attrNameLst>
                                      </p:cBhvr>
                                      <p:rCtr x="12500" y="12500"/>
                                    </p:animMotion>
                                  </p:childTnLst>
                                </p:cTn>
                              </p:par>
                              <p:par>
                                <p:cTn id="13" presetID="42" presetClass="path" presetSubtype="0" accel="50000" decel="50000" fill="hold" nodeType="withEffect">
                                  <p:stCondLst>
                                    <p:cond delay="0"/>
                                  </p:stCondLst>
                                  <p:childTnLst>
                                    <p:animMotion origin="layout" path="M 3.88889E-6 -3.08642E-6 L -0.76111 -0.0574 " pathEditMode="relative" rAng="0" ptsTypes="AA">
                                      <p:cBhvr>
                                        <p:cTn id="14" dur="2000" fill="hold"/>
                                        <p:tgtEl>
                                          <p:spTgt spid="377"/>
                                        </p:tgtEl>
                                        <p:attrNameLst>
                                          <p:attrName>ppt_x</p:attrName>
                                          <p:attrName>ppt_y</p:attrName>
                                        </p:attrNameLst>
                                      </p:cBhvr>
                                      <p:rCtr x="-38056" y="-2870"/>
                                    </p:animMotion>
                                  </p:childTnLst>
                                </p:cTn>
                              </p:par>
                              <p:par>
                                <p:cTn id="15" presetID="42" presetClass="path" presetSubtype="0" accel="50000" decel="50000" fill="hold" nodeType="withEffect">
                                  <p:stCondLst>
                                    <p:cond delay="0"/>
                                  </p:stCondLst>
                                  <p:childTnLst>
                                    <p:animMotion origin="layout" path="M 3.88889E-6 4.19753E-6 L -0.83924 -0.00803 " pathEditMode="relative" rAng="0" ptsTypes="AA">
                                      <p:cBhvr>
                                        <p:cTn id="16" dur="2000" fill="hold"/>
                                        <p:tgtEl>
                                          <p:spTgt spid="9"/>
                                        </p:tgtEl>
                                        <p:attrNameLst>
                                          <p:attrName>ppt_x</p:attrName>
                                          <p:attrName>ppt_y</p:attrName>
                                        </p:attrNameLst>
                                      </p:cBhvr>
                                      <p:rCtr x="-41962" y="-4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0">
          <a:extLst>
            <a:ext uri="{FF2B5EF4-FFF2-40B4-BE49-F238E27FC236}">
              <a16:creationId xmlns:a16="http://schemas.microsoft.com/office/drawing/2014/main" id="{5E56EDF5-64F5-2184-C68B-8213C84BD432}"/>
            </a:ext>
          </a:extLst>
        </p:cNvPr>
        <p:cNvGrpSpPr/>
        <p:nvPr/>
      </p:nvGrpSpPr>
      <p:grpSpPr>
        <a:xfrm>
          <a:off x="0" y="0"/>
          <a:ext cx="0" cy="0"/>
          <a:chOff x="0" y="0"/>
          <a:chExt cx="0" cy="0"/>
        </a:xfrm>
      </p:grpSpPr>
      <p:sp>
        <p:nvSpPr>
          <p:cNvPr id="371" name="Google Shape;371;p40">
            <a:extLst>
              <a:ext uri="{FF2B5EF4-FFF2-40B4-BE49-F238E27FC236}">
                <a16:creationId xmlns:a16="http://schemas.microsoft.com/office/drawing/2014/main" id="{0709BBEB-A09E-584C-64BB-76529E2B4132}"/>
              </a:ext>
            </a:extLst>
          </p:cNvPr>
          <p:cNvSpPr txBox="1">
            <a:spLocks noGrp="1"/>
          </p:cNvSpPr>
          <p:nvPr>
            <p:ph type="title"/>
          </p:nvPr>
        </p:nvSpPr>
        <p:spPr>
          <a:xfrm>
            <a:off x="720000" y="1982625"/>
            <a:ext cx="3702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Backend</a:t>
            </a:r>
            <a:endParaRPr dirty="0"/>
          </a:p>
        </p:txBody>
      </p:sp>
      <p:sp>
        <p:nvSpPr>
          <p:cNvPr id="372" name="Google Shape;372;p40">
            <a:extLst>
              <a:ext uri="{FF2B5EF4-FFF2-40B4-BE49-F238E27FC236}">
                <a16:creationId xmlns:a16="http://schemas.microsoft.com/office/drawing/2014/main" id="{D19FF638-7F47-1C1C-5A1C-925D3A835E68}"/>
              </a:ext>
            </a:extLst>
          </p:cNvPr>
          <p:cNvSpPr txBox="1">
            <a:spLocks noGrp="1"/>
          </p:cNvSpPr>
          <p:nvPr>
            <p:ph type="title" idx="2"/>
          </p:nvPr>
        </p:nvSpPr>
        <p:spPr>
          <a:xfrm>
            <a:off x="720000" y="1013275"/>
            <a:ext cx="1109400" cy="1038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
        <p:nvSpPr>
          <p:cNvPr id="373" name="Google Shape;373;p40">
            <a:extLst>
              <a:ext uri="{FF2B5EF4-FFF2-40B4-BE49-F238E27FC236}">
                <a16:creationId xmlns:a16="http://schemas.microsoft.com/office/drawing/2014/main" id="{796F10CC-03ED-ED8D-F01A-7387CCC0382A}"/>
              </a:ext>
            </a:extLst>
          </p:cNvPr>
          <p:cNvSpPr txBox="1">
            <a:spLocks noGrp="1"/>
          </p:cNvSpPr>
          <p:nvPr>
            <p:ph type="subTitle" idx="1"/>
          </p:nvPr>
        </p:nvSpPr>
        <p:spPr>
          <a:xfrm>
            <a:off x="720000" y="2735350"/>
            <a:ext cx="3852000" cy="1531850"/>
          </a:xfrm>
          <a:prstGeom prst="rect">
            <a:avLst/>
          </a:prstGeom>
        </p:spPr>
        <p:txBody>
          <a:bodyPr spcFirstLastPara="1" wrap="square" lIns="91425" tIns="91425" rIns="91425" bIns="91425" anchor="t" anchorCtr="0">
            <a:noAutofit/>
          </a:bodyPr>
          <a:lstStyle/>
          <a:p>
            <a:pPr marL="0" lvl="8" indent="0" algn="l">
              <a:buClr>
                <a:srgbClr val="000000"/>
              </a:buClr>
            </a:pPr>
            <a:r>
              <a:rPr lang="fr-CM" dirty="0"/>
              <a:t>Connexion à l’api(</a:t>
            </a:r>
            <a:r>
              <a:rPr lang="fr-CM" dirty="0" err="1"/>
              <a:t>openmeteo</a:t>
            </a:r>
            <a:r>
              <a:rPr lang="fr-CM" dirty="0"/>
              <a:t>)-Importation des données -Importation temps </a:t>
            </a:r>
            <a:r>
              <a:rPr lang="fr-CM" dirty="0" err="1"/>
              <a:t>reel</a:t>
            </a:r>
            <a:endParaRPr lang="fr-CM" dirty="0"/>
          </a:p>
        </p:txBody>
      </p:sp>
      <p:pic>
        <p:nvPicPr>
          <p:cNvPr id="374" name="Google Shape;374;p40">
            <a:extLst>
              <a:ext uri="{FF2B5EF4-FFF2-40B4-BE49-F238E27FC236}">
                <a16:creationId xmlns:a16="http://schemas.microsoft.com/office/drawing/2014/main" id="{C1BF5526-C6DB-42BB-3851-C7BFCCC19348}"/>
              </a:ext>
            </a:extLst>
          </p:cNvPr>
          <p:cNvPicPr preferRelativeResize="0"/>
          <p:nvPr/>
        </p:nvPicPr>
        <p:blipFill>
          <a:blip r:embed="rId3">
            <a:alphaModFix/>
          </a:blip>
          <a:stretch>
            <a:fillRect/>
          </a:stretch>
        </p:blipFill>
        <p:spPr>
          <a:xfrm>
            <a:off x="6879774" y="374600"/>
            <a:ext cx="2069325" cy="1883125"/>
          </a:xfrm>
          <a:prstGeom prst="rect">
            <a:avLst/>
          </a:prstGeom>
          <a:noFill/>
          <a:ln>
            <a:noFill/>
          </a:ln>
        </p:spPr>
      </p:pic>
      <p:pic>
        <p:nvPicPr>
          <p:cNvPr id="375" name="Google Shape;375;p40">
            <a:extLst>
              <a:ext uri="{FF2B5EF4-FFF2-40B4-BE49-F238E27FC236}">
                <a16:creationId xmlns:a16="http://schemas.microsoft.com/office/drawing/2014/main" id="{9C8B39AB-870F-995B-EC02-813C382D763F}"/>
              </a:ext>
            </a:extLst>
          </p:cNvPr>
          <p:cNvPicPr preferRelativeResize="0"/>
          <p:nvPr/>
        </p:nvPicPr>
        <p:blipFill>
          <a:blip r:embed="rId4">
            <a:alphaModFix/>
          </a:blip>
          <a:stretch>
            <a:fillRect/>
          </a:stretch>
        </p:blipFill>
        <p:spPr>
          <a:xfrm rot="4168533">
            <a:off x="-10116" y="511733"/>
            <a:ext cx="398990" cy="622268"/>
          </a:xfrm>
          <a:prstGeom prst="rect">
            <a:avLst/>
          </a:prstGeom>
          <a:noFill/>
          <a:ln>
            <a:noFill/>
          </a:ln>
          <a:effectLst>
            <a:outerShdw blurRad="57150" dist="19050" dir="5400000" algn="bl" rotWithShape="0">
              <a:srgbClr val="000000">
                <a:alpha val="25000"/>
              </a:srgbClr>
            </a:outerShdw>
          </a:effectLst>
        </p:spPr>
      </p:pic>
      <p:pic>
        <p:nvPicPr>
          <p:cNvPr id="376" name="Google Shape;376;p40">
            <a:extLst>
              <a:ext uri="{FF2B5EF4-FFF2-40B4-BE49-F238E27FC236}">
                <a16:creationId xmlns:a16="http://schemas.microsoft.com/office/drawing/2014/main" id="{C482F3AE-6548-D756-D983-44B91B901C9E}"/>
              </a:ext>
            </a:extLst>
          </p:cNvPr>
          <p:cNvPicPr preferRelativeResize="0">
            <a:picLocks noGrp="1"/>
          </p:cNvPicPr>
          <p:nvPr>
            <p:ph type="pic" idx="3"/>
          </p:nvPr>
        </p:nvPicPr>
        <p:blipFill rotWithShape="1">
          <a:blip r:embed="rId5">
            <a:alphaModFix/>
          </a:blip>
          <a:srcRect l="722" t="11261" r="40135"/>
          <a:stretch/>
        </p:blipFill>
        <p:spPr>
          <a:xfrm>
            <a:off x="5071600" y="971025"/>
            <a:ext cx="3201600" cy="3201600"/>
          </a:xfrm>
          <a:prstGeom prst="ellipse">
            <a:avLst/>
          </a:prstGeom>
        </p:spPr>
      </p:pic>
      <p:pic>
        <p:nvPicPr>
          <p:cNvPr id="377" name="Google Shape;377;p40">
            <a:extLst>
              <a:ext uri="{FF2B5EF4-FFF2-40B4-BE49-F238E27FC236}">
                <a16:creationId xmlns:a16="http://schemas.microsoft.com/office/drawing/2014/main" id="{CF7F9358-4AAC-B5A3-F24E-493C9D0B77AD}"/>
              </a:ext>
            </a:extLst>
          </p:cNvPr>
          <p:cNvPicPr preferRelativeResize="0"/>
          <p:nvPr/>
        </p:nvPicPr>
        <p:blipFill>
          <a:blip r:embed="rId6">
            <a:alphaModFix/>
          </a:blip>
          <a:stretch>
            <a:fillRect/>
          </a:stretch>
        </p:blipFill>
        <p:spPr>
          <a:xfrm rot="1330475">
            <a:off x="7296969" y="3237513"/>
            <a:ext cx="1708214" cy="1182399"/>
          </a:xfrm>
          <a:prstGeom prst="rect">
            <a:avLst/>
          </a:prstGeom>
          <a:noFill/>
          <a:ln>
            <a:noFill/>
          </a:ln>
          <a:effectLst>
            <a:outerShdw blurRad="57150" dist="19050" dir="5400000" algn="bl" rotWithShape="0">
              <a:srgbClr val="000000">
                <a:alpha val="25000"/>
              </a:srgbClr>
            </a:outerShdw>
          </a:effectLst>
        </p:spPr>
      </p:pic>
      <p:sp>
        <p:nvSpPr>
          <p:cNvPr id="3" name="ZoneTexte 2">
            <a:extLst>
              <a:ext uri="{FF2B5EF4-FFF2-40B4-BE49-F238E27FC236}">
                <a16:creationId xmlns:a16="http://schemas.microsoft.com/office/drawing/2014/main" id="{C254FB67-0AAA-BF8F-B9D9-F8ED7C1DDA7D}"/>
              </a:ext>
            </a:extLst>
          </p:cNvPr>
          <p:cNvSpPr txBox="1"/>
          <p:nvPr/>
        </p:nvSpPr>
        <p:spPr>
          <a:xfrm>
            <a:off x="3815644" y="4242973"/>
            <a:ext cx="2754489" cy="523220"/>
          </a:xfrm>
          <a:prstGeom prst="rect">
            <a:avLst/>
          </a:prstGeom>
          <a:noFill/>
        </p:spPr>
        <p:txBody>
          <a:bodyPr wrap="square" rtlCol="0">
            <a:spAutoFit/>
          </a:bodyPr>
          <a:lstStyle/>
          <a:p>
            <a:r>
              <a:rPr lang="fr-CM" dirty="0"/>
              <a:t>L’étude de sa qualité est donc d’utilité publique </a:t>
            </a:r>
          </a:p>
        </p:txBody>
      </p:sp>
    </p:spTree>
    <p:extLst>
      <p:ext uri="{BB962C8B-B14F-4D97-AF65-F5344CB8AC3E}">
        <p14:creationId xmlns:p14="http://schemas.microsoft.com/office/powerpoint/2010/main" val="458947514"/>
      </p:ext>
    </p:extLst>
  </p:cSld>
  <p:clrMapOvr>
    <a:masterClrMapping/>
  </p:clrMapOvr>
  <p:transition spd="slow">
    <p:comb/>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E3D5F4-CC2D-024F-F4B4-E41F62E0ECCA}"/>
              </a:ext>
            </a:extLst>
          </p:cNvPr>
          <p:cNvSpPr>
            <a:spLocks noGrp="1"/>
          </p:cNvSpPr>
          <p:nvPr>
            <p:ph type="title"/>
          </p:nvPr>
        </p:nvSpPr>
        <p:spPr/>
        <p:txBody>
          <a:bodyPr/>
          <a:lstStyle/>
          <a:p>
            <a:r>
              <a:rPr lang="fr-CM" dirty="0"/>
              <a:t>03 connexion à </a:t>
            </a:r>
            <a:r>
              <a:rPr lang="fr-CM" dirty="0" err="1"/>
              <a:t>Openmeteo</a:t>
            </a:r>
            <a:endParaRPr lang="fr-CM" dirty="0"/>
          </a:p>
        </p:txBody>
      </p:sp>
      <p:pic>
        <p:nvPicPr>
          <p:cNvPr id="5" name="Image 4">
            <a:extLst>
              <a:ext uri="{FF2B5EF4-FFF2-40B4-BE49-F238E27FC236}">
                <a16:creationId xmlns:a16="http://schemas.microsoft.com/office/drawing/2014/main" id="{18D2587B-F8C3-1F4F-711F-63355FF0BD37}"/>
              </a:ext>
            </a:extLst>
          </p:cNvPr>
          <p:cNvPicPr>
            <a:picLocks noChangeAspect="1"/>
          </p:cNvPicPr>
          <p:nvPr/>
        </p:nvPicPr>
        <p:blipFill>
          <a:blip r:embed="rId2"/>
          <a:stretch>
            <a:fillRect/>
          </a:stretch>
        </p:blipFill>
        <p:spPr>
          <a:xfrm>
            <a:off x="1216735" y="1215750"/>
            <a:ext cx="5782482" cy="2823987"/>
          </a:xfrm>
          <a:prstGeom prst="rect">
            <a:avLst/>
          </a:prstGeom>
        </p:spPr>
      </p:pic>
    </p:spTree>
    <p:extLst>
      <p:ext uri="{BB962C8B-B14F-4D97-AF65-F5344CB8AC3E}">
        <p14:creationId xmlns:p14="http://schemas.microsoft.com/office/powerpoint/2010/main" val="163477810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944A2-0A55-6CA6-9101-608FE41B5E9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DB21761-57C1-180E-BE9E-4749100E99A0}"/>
              </a:ext>
            </a:extLst>
          </p:cNvPr>
          <p:cNvSpPr>
            <a:spLocks noGrp="1"/>
          </p:cNvSpPr>
          <p:nvPr>
            <p:ph type="title"/>
          </p:nvPr>
        </p:nvSpPr>
        <p:spPr/>
        <p:txBody>
          <a:bodyPr/>
          <a:lstStyle/>
          <a:p>
            <a:r>
              <a:rPr lang="fr-CM" dirty="0"/>
              <a:t>03 Importation des données</a:t>
            </a:r>
          </a:p>
        </p:txBody>
      </p:sp>
      <p:sp>
        <p:nvSpPr>
          <p:cNvPr id="3" name="Espace réservé du texte 2">
            <a:extLst>
              <a:ext uri="{FF2B5EF4-FFF2-40B4-BE49-F238E27FC236}">
                <a16:creationId xmlns:a16="http://schemas.microsoft.com/office/drawing/2014/main" id="{FD9A550F-5A11-F293-EE8D-AA8DF412AB78}"/>
              </a:ext>
            </a:extLst>
          </p:cNvPr>
          <p:cNvSpPr>
            <a:spLocks noGrp="1"/>
          </p:cNvSpPr>
          <p:nvPr>
            <p:ph type="body" idx="1"/>
          </p:nvPr>
        </p:nvSpPr>
        <p:spPr/>
        <p:txBody>
          <a:bodyPr/>
          <a:lstStyle/>
          <a:p>
            <a:endParaRPr lang="fr-CM" dirty="0"/>
          </a:p>
        </p:txBody>
      </p:sp>
      <p:pic>
        <p:nvPicPr>
          <p:cNvPr id="5" name="Image 4">
            <a:extLst>
              <a:ext uri="{FF2B5EF4-FFF2-40B4-BE49-F238E27FC236}">
                <a16:creationId xmlns:a16="http://schemas.microsoft.com/office/drawing/2014/main" id="{ECA218F3-C4E6-A71B-96C1-DFCF2DCA9C0A}"/>
              </a:ext>
            </a:extLst>
          </p:cNvPr>
          <p:cNvPicPr>
            <a:picLocks noChangeAspect="1"/>
          </p:cNvPicPr>
          <p:nvPr/>
        </p:nvPicPr>
        <p:blipFill>
          <a:blip r:embed="rId2"/>
          <a:stretch>
            <a:fillRect/>
          </a:stretch>
        </p:blipFill>
        <p:spPr>
          <a:xfrm>
            <a:off x="614149" y="1215750"/>
            <a:ext cx="7809851" cy="3927750"/>
          </a:xfrm>
          <a:prstGeom prst="rect">
            <a:avLst/>
          </a:prstGeom>
        </p:spPr>
      </p:pic>
    </p:spTree>
    <p:extLst>
      <p:ext uri="{BB962C8B-B14F-4D97-AF65-F5344CB8AC3E}">
        <p14:creationId xmlns:p14="http://schemas.microsoft.com/office/powerpoint/2010/main" val="37742078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9F2F8-EF97-D408-ED03-50CBBFAC3E6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EBFB470-6A20-88AA-7846-D7ADFD2BD3D1}"/>
              </a:ext>
            </a:extLst>
          </p:cNvPr>
          <p:cNvSpPr>
            <a:spLocks noGrp="1"/>
          </p:cNvSpPr>
          <p:nvPr>
            <p:ph type="title"/>
          </p:nvPr>
        </p:nvSpPr>
        <p:spPr/>
        <p:txBody>
          <a:bodyPr/>
          <a:lstStyle/>
          <a:p>
            <a:r>
              <a:rPr lang="fr-CM" dirty="0"/>
              <a:t>03 Importation des données</a:t>
            </a:r>
          </a:p>
        </p:txBody>
      </p:sp>
      <p:pic>
        <p:nvPicPr>
          <p:cNvPr id="6" name="Image 5">
            <a:extLst>
              <a:ext uri="{FF2B5EF4-FFF2-40B4-BE49-F238E27FC236}">
                <a16:creationId xmlns:a16="http://schemas.microsoft.com/office/drawing/2014/main" id="{820AF82C-91C9-163A-0814-27684171D4A4}"/>
              </a:ext>
            </a:extLst>
          </p:cNvPr>
          <p:cNvPicPr>
            <a:picLocks noChangeAspect="1"/>
          </p:cNvPicPr>
          <p:nvPr/>
        </p:nvPicPr>
        <p:blipFill>
          <a:blip r:embed="rId2"/>
          <a:stretch>
            <a:fillRect/>
          </a:stretch>
        </p:blipFill>
        <p:spPr>
          <a:xfrm>
            <a:off x="1323831" y="1303157"/>
            <a:ext cx="5540991" cy="3115286"/>
          </a:xfrm>
          <a:prstGeom prst="rect">
            <a:avLst/>
          </a:prstGeom>
        </p:spPr>
      </p:pic>
    </p:spTree>
    <p:extLst>
      <p:ext uri="{BB962C8B-B14F-4D97-AF65-F5344CB8AC3E}">
        <p14:creationId xmlns:p14="http://schemas.microsoft.com/office/powerpoint/2010/main" val="35848550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0A997-BB1C-17A7-97DA-119411EA252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C1F29C9-FD6E-9C78-ABD6-7B598846178E}"/>
              </a:ext>
            </a:extLst>
          </p:cNvPr>
          <p:cNvSpPr>
            <a:spLocks noGrp="1"/>
          </p:cNvSpPr>
          <p:nvPr>
            <p:ph type="title"/>
          </p:nvPr>
        </p:nvSpPr>
        <p:spPr/>
        <p:txBody>
          <a:bodyPr/>
          <a:lstStyle/>
          <a:p>
            <a:r>
              <a:rPr lang="fr-CM" dirty="0"/>
              <a:t>03 Importation temps réel</a:t>
            </a:r>
          </a:p>
        </p:txBody>
      </p:sp>
      <p:pic>
        <p:nvPicPr>
          <p:cNvPr id="7" name="Image 6">
            <a:extLst>
              <a:ext uri="{FF2B5EF4-FFF2-40B4-BE49-F238E27FC236}">
                <a16:creationId xmlns:a16="http://schemas.microsoft.com/office/drawing/2014/main" id="{EC6C5ACC-F8D4-63A9-B78A-35F205F5A59E}"/>
              </a:ext>
            </a:extLst>
          </p:cNvPr>
          <p:cNvPicPr>
            <a:picLocks noChangeAspect="1"/>
          </p:cNvPicPr>
          <p:nvPr/>
        </p:nvPicPr>
        <p:blipFill>
          <a:blip r:embed="rId2"/>
          <a:stretch>
            <a:fillRect/>
          </a:stretch>
        </p:blipFill>
        <p:spPr>
          <a:xfrm>
            <a:off x="1652180" y="1681038"/>
            <a:ext cx="5839640" cy="1781424"/>
          </a:xfrm>
          <a:prstGeom prst="rect">
            <a:avLst/>
          </a:prstGeom>
        </p:spPr>
      </p:pic>
    </p:spTree>
    <p:extLst>
      <p:ext uri="{BB962C8B-B14F-4D97-AF65-F5344CB8AC3E}">
        <p14:creationId xmlns:p14="http://schemas.microsoft.com/office/powerpoint/2010/main" val="32565242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D2069A-E013-61BC-74EF-F4B8A98AF0B4}"/>
              </a:ext>
            </a:extLst>
          </p:cNvPr>
          <p:cNvSpPr>
            <a:spLocks noGrp="1"/>
          </p:cNvSpPr>
          <p:nvPr>
            <p:ph type="title"/>
          </p:nvPr>
        </p:nvSpPr>
        <p:spPr/>
        <p:txBody>
          <a:bodyPr/>
          <a:lstStyle/>
          <a:p>
            <a:r>
              <a:rPr lang="fr-CM" dirty="0"/>
              <a:t>04 Prédiction</a:t>
            </a:r>
          </a:p>
        </p:txBody>
      </p:sp>
      <p:pic>
        <p:nvPicPr>
          <p:cNvPr id="5" name="Image 4">
            <a:extLst>
              <a:ext uri="{FF2B5EF4-FFF2-40B4-BE49-F238E27FC236}">
                <a16:creationId xmlns:a16="http://schemas.microsoft.com/office/drawing/2014/main" id="{A9BD973A-5457-47BB-20B0-CB2BBC89573B}"/>
              </a:ext>
            </a:extLst>
          </p:cNvPr>
          <p:cNvPicPr>
            <a:picLocks noChangeAspect="1"/>
          </p:cNvPicPr>
          <p:nvPr/>
        </p:nvPicPr>
        <p:blipFill>
          <a:blip r:embed="rId2"/>
          <a:stretch>
            <a:fillRect/>
          </a:stretch>
        </p:blipFill>
        <p:spPr>
          <a:xfrm>
            <a:off x="268420" y="2199968"/>
            <a:ext cx="7668695" cy="2853295"/>
          </a:xfrm>
          <a:prstGeom prst="rect">
            <a:avLst/>
          </a:prstGeom>
        </p:spPr>
      </p:pic>
      <p:pic>
        <p:nvPicPr>
          <p:cNvPr id="9" name="Image 8">
            <a:extLst>
              <a:ext uri="{FF2B5EF4-FFF2-40B4-BE49-F238E27FC236}">
                <a16:creationId xmlns:a16="http://schemas.microsoft.com/office/drawing/2014/main" id="{78084017-0739-3BF5-6B43-4D7343B34974}"/>
              </a:ext>
            </a:extLst>
          </p:cNvPr>
          <p:cNvPicPr>
            <a:picLocks noChangeAspect="1"/>
          </p:cNvPicPr>
          <p:nvPr/>
        </p:nvPicPr>
        <p:blipFill>
          <a:blip r:embed="rId3"/>
          <a:stretch>
            <a:fillRect/>
          </a:stretch>
        </p:blipFill>
        <p:spPr>
          <a:xfrm>
            <a:off x="1249631" y="1009324"/>
            <a:ext cx="5706271" cy="1047896"/>
          </a:xfrm>
          <a:prstGeom prst="rect">
            <a:avLst/>
          </a:prstGeom>
        </p:spPr>
      </p:pic>
    </p:spTree>
    <p:extLst>
      <p:ext uri="{BB962C8B-B14F-4D97-AF65-F5344CB8AC3E}">
        <p14:creationId xmlns:p14="http://schemas.microsoft.com/office/powerpoint/2010/main" val="417056622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739E0-6BDA-706D-6D65-19525489E4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2F942D-5289-9BDE-F025-51DE1F6E62E4}"/>
              </a:ext>
            </a:extLst>
          </p:cNvPr>
          <p:cNvSpPr>
            <a:spLocks noGrp="1"/>
          </p:cNvSpPr>
          <p:nvPr>
            <p:ph type="title"/>
          </p:nvPr>
        </p:nvSpPr>
        <p:spPr/>
        <p:txBody>
          <a:bodyPr/>
          <a:lstStyle/>
          <a:p>
            <a:r>
              <a:rPr lang="fr-CM" dirty="0"/>
              <a:t>04 Prédiction</a:t>
            </a:r>
          </a:p>
        </p:txBody>
      </p:sp>
      <p:pic>
        <p:nvPicPr>
          <p:cNvPr id="6" name="Image 5">
            <a:extLst>
              <a:ext uri="{FF2B5EF4-FFF2-40B4-BE49-F238E27FC236}">
                <a16:creationId xmlns:a16="http://schemas.microsoft.com/office/drawing/2014/main" id="{BFA73427-3A03-075D-0E5F-EBCE016E4819}"/>
              </a:ext>
            </a:extLst>
          </p:cNvPr>
          <p:cNvPicPr>
            <a:picLocks noChangeAspect="1"/>
          </p:cNvPicPr>
          <p:nvPr/>
        </p:nvPicPr>
        <p:blipFill>
          <a:blip r:embed="rId2"/>
          <a:stretch>
            <a:fillRect/>
          </a:stretch>
        </p:blipFill>
        <p:spPr>
          <a:xfrm>
            <a:off x="3580855" y="227914"/>
            <a:ext cx="5563145" cy="4915586"/>
          </a:xfrm>
          <a:prstGeom prst="rect">
            <a:avLst/>
          </a:prstGeom>
        </p:spPr>
      </p:pic>
    </p:spTree>
    <p:extLst>
      <p:ext uri="{BB962C8B-B14F-4D97-AF65-F5344CB8AC3E}">
        <p14:creationId xmlns:p14="http://schemas.microsoft.com/office/powerpoint/2010/main" val="3207226590"/>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99DAB-A9CF-7777-EEF1-0FA219E27EE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26951DA-1201-A14D-5A11-0C5F22E8F5D4}"/>
              </a:ext>
            </a:extLst>
          </p:cNvPr>
          <p:cNvSpPr>
            <a:spLocks noGrp="1"/>
          </p:cNvSpPr>
          <p:nvPr>
            <p:ph type="title"/>
          </p:nvPr>
        </p:nvSpPr>
        <p:spPr/>
        <p:txBody>
          <a:bodyPr/>
          <a:lstStyle/>
          <a:p>
            <a:r>
              <a:rPr lang="fr-CM" dirty="0"/>
              <a:t>04 Power Bi</a:t>
            </a:r>
          </a:p>
        </p:txBody>
      </p:sp>
      <p:sp>
        <p:nvSpPr>
          <p:cNvPr id="3" name="ZoneTexte 2">
            <a:extLst>
              <a:ext uri="{FF2B5EF4-FFF2-40B4-BE49-F238E27FC236}">
                <a16:creationId xmlns:a16="http://schemas.microsoft.com/office/drawing/2014/main" id="{DDD2354D-5147-47AF-4CA1-3640E9685784}"/>
              </a:ext>
            </a:extLst>
          </p:cNvPr>
          <p:cNvSpPr txBox="1"/>
          <p:nvPr/>
        </p:nvSpPr>
        <p:spPr>
          <a:xfrm>
            <a:off x="818147" y="1407695"/>
            <a:ext cx="7435516" cy="2585323"/>
          </a:xfrm>
          <a:prstGeom prst="rect">
            <a:avLst/>
          </a:prstGeom>
          <a:noFill/>
        </p:spPr>
        <p:txBody>
          <a:bodyPr wrap="square" rtlCol="0">
            <a:spAutoFit/>
          </a:bodyPr>
          <a:lstStyle/>
          <a:p>
            <a:r>
              <a:rPr lang="fr-CM" dirty="0"/>
              <a:t>On va connecter Power Bi à :</a:t>
            </a:r>
          </a:p>
          <a:p>
            <a:pPr marL="342900" indent="-342900">
              <a:buFont typeface="+mj-lt"/>
              <a:buAutoNum type="arabicPeriod"/>
            </a:pPr>
            <a:r>
              <a:rPr lang="fr-CM" sz="1800" dirty="0"/>
              <a:t>La Base de donnée </a:t>
            </a:r>
            <a:r>
              <a:rPr lang="fr-CM" sz="1800" dirty="0" err="1"/>
              <a:t>Postgres</a:t>
            </a:r>
            <a:r>
              <a:rPr lang="fr-CM" sz="1800" dirty="0"/>
              <a:t> SQL (</a:t>
            </a:r>
            <a:r>
              <a:rPr lang="fr-CM" sz="1800" dirty="0" err="1"/>
              <a:t>supabase</a:t>
            </a:r>
            <a:r>
              <a:rPr lang="fr-CM" sz="1800" dirty="0"/>
              <a:t>)</a:t>
            </a:r>
          </a:p>
          <a:p>
            <a:pPr marL="342900" lvl="8" indent="-342900">
              <a:buFont typeface="+mj-lt"/>
              <a:buAutoNum type="alphaLcPeriod"/>
            </a:pPr>
            <a:r>
              <a:rPr lang="fr-CM" dirty="0"/>
              <a:t>Pour la sécurité aucune </a:t>
            </a:r>
            <a:r>
              <a:rPr lang="fr-CM" dirty="0" err="1"/>
              <a:t>clée</a:t>
            </a:r>
            <a:r>
              <a:rPr lang="fr-CM" dirty="0"/>
              <a:t> api n’apparait dans notre backend </a:t>
            </a:r>
            <a:r>
              <a:rPr lang="fr-CM" b="1" dirty="0"/>
              <a:t>même chiffrée</a:t>
            </a:r>
          </a:p>
          <a:p>
            <a:pPr marL="342900" lvl="8" indent="-342900">
              <a:buFont typeface="+mj-lt"/>
              <a:buAutoNum type="alphaLcPeriod"/>
            </a:pPr>
            <a:r>
              <a:rPr lang="fr-CM" dirty="0"/>
              <a:t>Un certificat SSL est activé, on le télécharge puis on l’installe en local ou sur la machine qui sera connecté à </a:t>
            </a:r>
            <a:r>
              <a:rPr lang="fr-CM" dirty="0" err="1"/>
              <a:t>PowerBi</a:t>
            </a:r>
            <a:endParaRPr lang="fr-CM" dirty="0"/>
          </a:p>
          <a:p>
            <a:pPr lvl="8"/>
            <a:endParaRPr lang="fr-CM" dirty="0"/>
          </a:p>
          <a:p>
            <a:pPr marL="342900" indent="-342900">
              <a:buFont typeface="+mj-lt"/>
              <a:buAutoNum type="arabicPeriod"/>
            </a:pPr>
            <a:r>
              <a:rPr lang="fr-CM" sz="1800" dirty="0"/>
              <a:t>Une page Google </a:t>
            </a:r>
            <a:r>
              <a:rPr lang="fr-CM" sz="1800" dirty="0" err="1"/>
              <a:t>sheet</a:t>
            </a:r>
            <a:r>
              <a:rPr lang="fr-CM" sz="1800" dirty="0"/>
              <a:t> </a:t>
            </a:r>
            <a:r>
              <a:rPr lang="fr-CM" sz="1800" dirty="0" err="1"/>
              <a:t>grace</a:t>
            </a:r>
            <a:r>
              <a:rPr lang="fr-CM" sz="1800" dirty="0"/>
              <a:t> à Google </a:t>
            </a:r>
            <a:r>
              <a:rPr lang="fr-CM" sz="1800" dirty="0" err="1"/>
              <a:t>workpace</a:t>
            </a:r>
            <a:endParaRPr lang="fr-CM" sz="1800" dirty="0"/>
          </a:p>
          <a:p>
            <a:pPr marL="342900" indent="-342900">
              <a:buAutoNum type="alphaLcPeriod" startAt="3"/>
            </a:pPr>
            <a:r>
              <a:rPr lang="fr-CM" dirty="0"/>
              <a:t>Une un </a:t>
            </a:r>
            <a:r>
              <a:rPr lang="fr-CM" dirty="0" err="1"/>
              <a:t>certifiact</a:t>
            </a:r>
            <a:r>
              <a:rPr lang="fr-CM" dirty="0"/>
              <a:t> .</a:t>
            </a:r>
            <a:r>
              <a:rPr lang="fr-CM" dirty="0" err="1"/>
              <a:t>Json</a:t>
            </a:r>
            <a:r>
              <a:rPr lang="fr-CM" dirty="0"/>
              <a:t> est obtenu pour que le code local soit dirigé vers le vraie </a:t>
            </a:r>
            <a:r>
              <a:rPr lang="fr-CM" dirty="0" err="1"/>
              <a:t>sheet</a:t>
            </a:r>
            <a:endParaRPr lang="fr-CM" dirty="0"/>
          </a:p>
          <a:p>
            <a:pPr marL="342900" indent="-342900">
              <a:buAutoNum type="alphaLcPeriod" startAt="3"/>
            </a:pPr>
            <a:r>
              <a:rPr lang="fr-CM" dirty="0"/>
              <a:t>Ce google </a:t>
            </a:r>
            <a:r>
              <a:rPr lang="fr-CM" dirty="0" err="1"/>
              <a:t>sheet</a:t>
            </a:r>
            <a:r>
              <a:rPr lang="fr-CM" dirty="0"/>
              <a:t> sera alimenté par les prédictions du modèle 1 fois par jour pour les 24 prochaines heures</a:t>
            </a:r>
          </a:p>
          <a:p>
            <a:pPr marL="342900" indent="-342900">
              <a:buAutoNum type="alphaLcPeriod" startAt="3"/>
            </a:pPr>
            <a:endParaRPr lang="fr-CM" dirty="0"/>
          </a:p>
        </p:txBody>
      </p:sp>
    </p:spTree>
    <p:extLst>
      <p:ext uri="{BB962C8B-B14F-4D97-AF65-F5344CB8AC3E}">
        <p14:creationId xmlns:p14="http://schemas.microsoft.com/office/powerpoint/2010/main" val="610462940"/>
      </p:ext>
    </p:extLst>
  </p:cSld>
  <p:clrMapOvr>
    <a:masterClrMapping/>
  </p:clrMapOvr>
  <mc:AlternateContent xmlns:mc="http://schemas.openxmlformats.org/markup-compatibility/2006">
    <mc:Choice xmlns:p14="http://schemas.microsoft.com/office/powerpoint/2010/main" Requires="p14">
      <p:transition spd="slow">
        <p14:shred/>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grpSp>
        <p:nvGrpSpPr>
          <p:cNvPr id="509" name="Google Shape;509;p47"/>
          <p:cNvGrpSpPr/>
          <p:nvPr/>
        </p:nvGrpSpPr>
        <p:grpSpPr>
          <a:xfrm>
            <a:off x="6805399" y="2483126"/>
            <a:ext cx="2189451" cy="2477274"/>
            <a:chOff x="6805399" y="2483126"/>
            <a:chExt cx="2189451" cy="2477274"/>
          </a:xfrm>
        </p:grpSpPr>
        <p:pic>
          <p:nvPicPr>
            <p:cNvPr id="510" name="Google Shape;510;p47"/>
            <p:cNvPicPr preferRelativeResize="0"/>
            <p:nvPr/>
          </p:nvPicPr>
          <p:blipFill>
            <a:blip r:embed="rId3">
              <a:alphaModFix/>
            </a:blip>
            <a:stretch>
              <a:fillRect/>
            </a:stretch>
          </p:blipFill>
          <p:spPr>
            <a:xfrm rot="-3837203" flipH="1">
              <a:off x="7062529" y="3231292"/>
              <a:ext cx="1466142" cy="1487715"/>
            </a:xfrm>
            <a:prstGeom prst="rect">
              <a:avLst/>
            </a:prstGeom>
            <a:noFill/>
            <a:ln>
              <a:noFill/>
            </a:ln>
            <a:effectLst>
              <a:outerShdw blurRad="57150" dist="19050" dir="5400000" algn="bl" rotWithShape="0">
                <a:srgbClr val="000000">
                  <a:alpha val="25000"/>
                </a:srgbClr>
              </a:outerShdw>
            </a:effectLst>
          </p:spPr>
        </p:pic>
        <p:pic>
          <p:nvPicPr>
            <p:cNvPr id="511" name="Google Shape;511;p47"/>
            <p:cNvPicPr preferRelativeResize="0"/>
            <p:nvPr/>
          </p:nvPicPr>
          <p:blipFill>
            <a:blip r:embed="rId4">
              <a:alphaModFix/>
            </a:blip>
            <a:stretch>
              <a:fillRect/>
            </a:stretch>
          </p:blipFill>
          <p:spPr>
            <a:xfrm rot="4115103" flipH="1">
              <a:off x="7216789" y="2702963"/>
              <a:ext cx="1538633" cy="1563662"/>
            </a:xfrm>
            <a:prstGeom prst="rect">
              <a:avLst/>
            </a:prstGeom>
            <a:noFill/>
            <a:ln>
              <a:noFill/>
            </a:ln>
            <a:effectLst>
              <a:outerShdw blurRad="57150" dist="19050" dir="5400000" algn="bl" rotWithShape="0">
                <a:srgbClr val="000000">
                  <a:alpha val="25000"/>
                </a:srgbClr>
              </a:outerShdw>
            </a:effectLst>
          </p:spPr>
        </p:pic>
      </p:grpSp>
      <p:pic>
        <p:nvPicPr>
          <p:cNvPr id="512" name="Google Shape;512;p47"/>
          <p:cNvPicPr preferRelativeResize="0"/>
          <p:nvPr/>
        </p:nvPicPr>
        <p:blipFill>
          <a:blip r:embed="rId5">
            <a:alphaModFix/>
          </a:blip>
          <a:stretch>
            <a:fillRect/>
          </a:stretch>
        </p:blipFill>
        <p:spPr>
          <a:xfrm rot="-1978976">
            <a:off x="7387813" y="1292953"/>
            <a:ext cx="1706284" cy="1008000"/>
          </a:xfrm>
          <a:prstGeom prst="rect">
            <a:avLst/>
          </a:prstGeom>
          <a:noFill/>
          <a:ln>
            <a:noFill/>
          </a:ln>
          <a:effectLst>
            <a:outerShdw blurRad="57150" dist="19050" dir="5400000" algn="bl" rotWithShape="0">
              <a:srgbClr val="000000">
                <a:alpha val="25000"/>
              </a:srgbClr>
            </a:outerShdw>
          </a:effectLst>
        </p:spPr>
      </p:pic>
      <p:pic>
        <p:nvPicPr>
          <p:cNvPr id="513" name="Google Shape;513;p47"/>
          <p:cNvPicPr preferRelativeResize="0"/>
          <p:nvPr/>
        </p:nvPicPr>
        <p:blipFill>
          <a:blip r:embed="rId6">
            <a:alphaModFix/>
          </a:blip>
          <a:stretch>
            <a:fillRect/>
          </a:stretch>
        </p:blipFill>
        <p:spPr>
          <a:xfrm rot="-1330482" flipH="1">
            <a:off x="-815587" y="3501475"/>
            <a:ext cx="2309200" cy="1598400"/>
          </a:xfrm>
          <a:prstGeom prst="rect">
            <a:avLst/>
          </a:prstGeom>
          <a:noFill/>
          <a:ln>
            <a:noFill/>
          </a:ln>
          <a:effectLst>
            <a:outerShdw blurRad="57150" dist="19050" dir="5400000" algn="bl" rotWithShape="0">
              <a:srgbClr val="000000">
                <a:alpha val="25000"/>
              </a:srgbClr>
            </a:outerShdw>
          </a:effectLst>
        </p:spPr>
      </p:pic>
      <p:pic>
        <p:nvPicPr>
          <p:cNvPr id="514" name="Google Shape;514;p47"/>
          <p:cNvPicPr preferRelativeResize="0"/>
          <p:nvPr/>
        </p:nvPicPr>
        <p:blipFill>
          <a:blip r:embed="rId7">
            <a:alphaModFix/>
          </a:blip>
          <a:stretch>
            <a:fillRect/>
          </a:stretch>
        </p:blipFill>
        <p:spPr>
          <a:xfrm rot="4168533">
            <a:off x="1300680" y="640616"/>
            <a:ext cx="398990" cy="622268"/>
          </a:xfrm>
          <a:prstGeom prst="rect">
            <a:avLst/>
          </a:prstGeom>
          <a:noFill/>
          <a:ln>
            <a:noFill/>
          </a:ln>
          <a:effectLst>
            <a:outerShdw blurRad="57150" dist="19050" dir="5400000" algn="bl" rotWithShape="0">
              <a:srgbClr val="000000">
                <a:alpha val="25000"/>
              </a:srgbClr>
            </a:outerShdw>
          </a:effectLst>
        </p:spPr>
      </p:pic>
      <p:sp>
        <p:nvSpPr>
          <p:cNvPr id="515" name="Google Shape;515;p47"/>
          <p:cNvSpPr txBox="1">
            <a:spLocks noGrp="1"/>
          </p:cNvSpPr>
          <p:nvPr>
            <p:ph type="title"/>
          </p:nvPr>
        </p:nvSpPr>
        <p:spPr>
          <a:xfrm>
            <a:off x="0" y="1677150"/>
            <a:ext cx="4844525" cy="198045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Air Quality Index</a:t>
            </a:r>
            <a:endParaRPr dirty="0"/>
          </a:p>
        </p:txBody>
      </p:sp>
      <p:pic>
        <p:nvPicPr>
          <p:cNvPr id="516" name="Google Shape;516;p47"/>
          <p:cNvPicPr preferRelativeResize="0">
            <a:picLocks noGrp="1"/>
          </p:cNvPicPr>
          <p:nvPr>
            <p:ph type="pic" idx="2"/>
          </p:nvPr>
        </p:nvPicPr>
        <p:blipFill rotWithShape="1">
          <a:blip r:embed="rId8">
            <a:alphaModFix/>
          </a:blip>
          <a:srcRect l="39980" t="16778" r="571"/>
          <a:stretch/>
        </p:blipFill>
        <p:spPr>
          <a:xfrm>
            <a:off x="5071600" y="971025"/>
            <a:ext cx="3201600" cy="3201600"/>
          </a:xfrm>
          <a:prstGeom prst="ellipse">
            <a:avLst/>
          </a:prstGeom>
        </p:spPr>
      </p:pic>
      <p:pic>
        <p:nvPicPr>
          <p:cNvPr id="2" name="Google Shape;366;p39">
            <a:extLst>
              <a:ext uri="{FF2B5EF4-FFF2-40B4-BE49-F238E27FC236}">
                <a16:creationId xmlns:a16="http://schemas.microsoft.com/office/drawing/2014/main" id="{DB794874-5BCB-4551-77BE-F7EE4110696C}"/>
              </a:ext>
            </a:extLst>
          </p:cNvPr>
          <p:cNvPicPr preferRelativeResize="0"/>
          <p:nvPr/>
        </p:nvPicPr>
        <p:blipFill>
          <a:blip r:embed="rId6">
            <a:alphaModFix/>
          </a:blip>
          <a:stretch>
            <a:fillRect/>
          </a:stretch>
        </p:blipFill>
        <p:spPr>
          <a:xfrm rot="20269518" flipH="1">
            <a:off x="5517800" y="-2625006"/>
            <a:ext cx="2309200" cy="1598400"/>
          </a:xfrm>
          <a:prstGeom prst="rect">
            <a:avLst/>
          </a:prstGeom>
          <a:noFill/>
          <a:ln>
            <a:noFill/>
          </a:ln>
          <a:effectLst>
            <a:outerShdw blurRad="57150" dist="19050" dir="5400000" algn="bl" rotWithShape="0">
              <a:srgbClr val="000000">
                <a:alpha val="25000"/>
              </a:srgbClr>
            </a:outerShdw>
          </a:effectLst>
        </p:spPr>
      </p:pic>
      <p:pic>
        <p:nvPicPr>
          <p:cNvPr id="3" name="Google Shape;366;p39">
            <a:extLst>
              <a:ext uri="{FF2B5EF4-FFF2-40B4-BE49-F238E27FC236}">
                <a16:creationId xmlns:a16="http://schemas.microsoft.com/office/drawing/2014/main" id="{EFF5D6DF-7993-8733-5072-8474ABAD8A30}"/>
              </a:ext>
            </a:extLst>
          </p:cNvPr>
          <p:cNvPicPr preferRelativeResize="0"/>
          <p:nvPr/>
        </p:nvPicPr>
        <p:blipFill>
          <a:blip r:embed="rId6">
            <a:alphaModFix/>
          </a:blip>
          <a:stretch>
            <a:fillRect/>
          </a:stretch>
        </p:blipFill>
        <p:spPr>
          <a:xfrm rot="20269518" flipH="1">
            <a:off x="-597839" y="-2410262"/>
            <a:ext cx="2309200" cy="1598400"/>
          </a:xfrm>
          <a:prstGeom prst="rect">
            <a:avLst/>
          </a:prstGeom>
          <a:noFill/>
          <a:ln>
            <a:noFill/>
          </a:ln>
          <a:effectLst>
            <a:outerShdw blurRad="57150" dist="19050" dir="5400000" algn="bl" rotWithShape="0">
              <a:srgbClr val="000000">
                <a:alpha val="25000"/>
              </a:srgbClr>
            </a:outerShdw>
          </a:effectLst>
        </p:spPr>
      </p:pic>
      <p:pic>
        <p:nvPicPr>
          <p:cNvPr id="5" name="Google Shape;366;p39">
            <a:extLst>
              <a:ext uri="{FF2B5EF4-FFF2-40B4-BE49-F238E27FC236}">
                <a16:creationId xmlns:a16="http://schemas.microsoft.com/office/drawing/2014/main" id="{BA870312-DAEA-CBAE-DE55-FC9B691ED0AC}"/>
              </a:ext>
            </a:extLst>
          </p:cNvPr>
          <p:cNvPicPr preferRelativeResize="0"/>
          <p:nvPr/>
        </p:nvPicPr>
        <p:blipFill>
          <a:blip r:embed="rId6">
            <a:alphaModFix/>
          </a:blip>
          <a:stretch>
            <a:fillRect/>
          </a:stretch>
        </p:blipFill>
        <p:spPr>
          <a:xfrm rot="20269518" flipH="1">
            <a:off x="2354605" y="-2834649"/>
            <a:ext cx="2309200" cy="1598400"/>
          </a:xfrm>
          <a:prstGeom prst="rect">
            <a:avLst/>
          </a:prstGeom>
          <a:noFill/>
          <a:ln>
            <a:noFill/>
          </a:ln>
          <a:effectLst>
            <a:outerShdw blurRad="57150" dist="19050" dir="5400000" algn="bl" rotWithShape="0">
              <a:srgbClr val="000000">
                <a:alpha val="25000"/>
              </a:srgbClr>
            </a:outerShdw>
          </a:effectLst>
        </p:spPr>
      </p:pic>
      <p:pic>
        <p:nvPicPr>
          <p:cNvPr id="6" name="Google Shape;366;p39">
            <a:extLst>
              <a:ext uri="{FF2B5EF4-FFF2-40B4-BE49-F238E27FC236}">
                <a16:creationId xmlns:a16="http://schemas.microsoft.com/office/drawing/2014/main" id="{8A975212-3A35-A0DB-A1D2-827ADDAE6060}"/>
              </a:ext>
            </a:extLst>
          </p:cNvPr>
          <p:cNvPicPr preferRelativeResize="0"/>
          <p:nvPr/>
        </p:nvPicPr>
        <p:blipFill>
          <a:blip r:embed="rId6">
            <a:alphaModFix/>
          </a:blip>
          <a:stretch>
            <a:fillRect/>
          </a:stretch>
        </p:blipFill>
        <p:spPr>
          <a:xfrm rot="20269518" flipH="1">
            <a:off x="-1768751" y="-1449132"/>
            <a:ext cx="2309200" cy="1598400"/>
          </a:xfrm>
          <a:prstGeom prst="rect">
            <a:avLst/>
          </a:prstGeom>
          <a:noFill/>
          <a:ln>
            <a:noFill/>
          </a:ln>
          <a:effectLst>
            <a:outerShdw blurRad="57150" dist="19050" dir="5400000" algn="bl" rotWithShape="0">
              <a:srgbClr val="000000">
                <a:alpha val="25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mph" presetSubtype="0" fill="hold" nodeType="withEffect">
                                  <p:stCondLst>
                                    <p:cond delay="0"/>
                                  </p:stCondLst>
                                  <p:childTnLst>
                                    <p:animClr clrSpc="hsl" dir="cw">
                                      <p:cBhvr override="childStyle">
                                        <p:cTn id="6" dur="500" fill="hold"/>
                                        <p:tgtEl>
                                          <p:spTgt spid="514"/>
                                        </p:tgtEl>
                                        <p:attrNameLst>
                                          <p:attrName>style.color</p:attrName>
                                        </p:attrNameLst>
                                      </p:cBhvr>
                                      <p:by>
                                        <p:hsl h="10842353" s="0" l="0"/>
                                      </p:by>
                                    </p:animClr>
                                    <p:animClr clrSpc="hsl" dir="cw">
                                      <p:cBhvr>
                                        <p:cTn id="7" dur="500" fill="hold"/>
                                        <p:tgtEl>
                                          <p:spTgt spid="514"/>
                                        </p:tgtEl>
                                        <p:attrNameLst>
                                          <p:attrName>fillcolor</p:attrName>
                                        </p:attrNameLst>
                                      </p:cBhvr>
                                      <p:by>
                                        <p:hsl h="10842353" s="0" l="0"/>
                                      </p:by>
                                    </p:animClr>
                                    <p:animClr clrSpc="hsl" dir="cw">
                                      <p:cBhvr>
                                        <p:cTn id="8" dur="500" fill="hold"/>
                                        <p:tgtEl>
                                          <p:spTgt spid="514"/>
                                        </p:tgtEl>
                                        <p:attrNameLst>
                                          <p:attrName>stroke.color</p:attrName>
                                        </p:attrNameLst>
                                      </p:cBhvr>
                                      <p:by>
                                        <p:hsl h="10842353" s="0" l="0"/>
                                      </p:by>
                                    </p:animClr>
                                    <p:set>
                                      <p:cBhvr>
                                        <p:cTn id="9" dur="500" fill="hold"/>
                                        <p:tgtEl>
                                          <p:spTgt spid="514"/>
                                        </p:tgtEl>
                                        <p:attrNameLst>
                                          <p:attrName>fill.type</p:attrName>
                                        </p:attrNameLst>
                                      </p:cBhvr>
                                      <p:to>
                                        <p:strVal val="solid"/>
                                      </p:to>
                                    </p:set>
                                  </p:childTnLst>
                                </p:cTn>
                              </p:par>
                              <p:par>
                                <p:cTn id="10" presetID="50" presetClass="path" presetSubtype="0" accel="50000" decel="50000" fill="hold" nodeType="withEffect">
                                  <p:stCondLst>
                                    <p:cond delay="0"/>
                                  </p:stCondLst>
                                  <p:childTnLst>
                                    <p:animMotion origin="layout" path="M -0.11615 -0.07191 L -0.05486 -0.07191 C -0.02743 -0.07191 0.00659 0.07408 0.00659 0.19259 L 0.00659 0.45679 " pathEditMode="relative" rAng="0" ptsTypes="AAAA">
                                      <p:cBhvr>
                                        <p:cTn id="11" dur="2000" fill="hold"/>
                                        <p:tgtEl>
                                          <p:spTgt spid="2"/>
                                        </p:tgtEl>
                                        <p:attrNameLst>
                                          <p:attrName>ppt_x</p:attrName>
                                          <p:attrName>ppt_y</p:attrName>
                                        </p:attrNameLst>
                                      </p:cBhvr>
                                      <p:rCtr x="6128" y="26451"/>
                                    </p:animMotion>
                                  </p:childTnLst>
                                </p:cTn>
                              </p:par>
                              <p:par>
                                <p:cTn id="12" presetID="50" presetClass="path" presetSubtype="0" accel="50000" decel="50000" fill="hold" nodeType="withEffect">
                                  <p:stCondLst>
                                    <p:cond delay="0"/>
                                  </p:stCondLst>
                                  <p:childTnLst>
                                    <p:animMotion origin="layout" path="M 0.07066 0.26821 L 0.19566 0.26821 C 0.25174 0.26821 0.32066 0.33703 0.32066 0.39321 L 0.32066 0.51821 " pathEditMode="relative" rAng="0" ptsTypes="AAAA">
                                      <p:cBhvr>
                                        <p:cTn id="13" dur="2000" fill="hold"/>
                                        <p:tgtEl>
                                          <p:spTgt spid="3"/>
                                        </p:tgtEl>
                                        <p:attrNameLst>
                                          <p:attrName>ppt_x</p:attrName>
                                          <p:attrName>ppt_y</p:attrName>
                                        </p:attrNameLst>
                                      </p:cBhvr>
                                      <p:rCtr x="12500" y="12500"/>
                                    </p:animMotion>
                                  </p:childTnLst>
                                </p:cTn>
                              </p:par>
                              <p:par>
                                <p:cTn id="14" presetID="50" presetClass="path" presetSubtype="0" accel="50000" decel="50000" fill="hold" nodeType="withEffect">
                                  <p:stCondLst>
                                    <p:cond delay="0"/>
                                  </p:stCondLst>
                                  <p:childTnLst>
                                    <p:animMotion origin="layout" path="M -3.05556E-6 -4.5679E-6 L 0.10677 -4.5679E-6 C 0.15452 -4.5679E-6 0.21354 0.14815 0.21354 0.26852 L 0.21354 0.53704 " pathEditMode="relative" rAng="0" ptsTypes="AAAA">
                                      <p:cBhvr>
                                        <p:cTn id="15" dur="2000" fill="hold"/>
                                        <p:tgtEl>
                                          <p:spTgt spid="5"/>
                                        </p:tgtEl>
                                        <p:attrNameLst>
                                          <p:attrName>ppt_x</p:attrName>
                                          <p:attrName>ppt_y</p:attrName>
                                        </p:attrNameLst>
                                      </p:cBhvr>
                                      <p:rCtr x="10677" y="26852"/>
                                    </p:animMotion>
                                  </p:childTnLst>
                                </p:cTn>
                              </p:par>
                              <p:par>
                                <p:cTn id="16" presetID="50" presetClass="path" presetSubtype="0" accel="50000" decel="50000" fill="hold" nodeType="withEffect">
                                  <p:stCondLst>
                                    <p:cond delay="0"/>
                                  </p:stCondLst>
                                  <p:childTnLst>
                                    <p:animMotion origin="layout" path="M -0.08194 0.00401 L 0.04306 0.00401 C 0.09913 0.00401 0.16806 0.07283 0.16806 0.12901 L 0.16806 0.25401 " pathEditMode="relative" rAng="0" ptsTypes="AAAA">
                                      <p:cBhvr>
                                        <p:cTn id="17" dur="2000" fill="hold"/>
                                        <p:tgtEl>
                                          <p:spTgt spid="6"/>
                                        </p:tgtEl>
                                        <p:attrNameLst>
                                          <p:attrName>ppt_x</p:attrName>
                                          <p:attrName>ppt_y</p:attrName>
                                        </p:attrNameLst>
                                      </p:cBhvr>
                                      <p:rCtr x="1250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48"/>
          <p:cNvSpPr txBox="1">
            <a:spLocks noGrp="1"/>
          </p:cNvSpPr>
          <p:nvPr>
            <p:ph type="subTitle" idx="1"/>
          </p:nvPr>
        </p:nvSpPr>
        <p:spPr>
          <a:xfrm>
            <a:off x="1335505" y="1082842"/>
            <a:ext cx="6375995" cy="2004283"/>
          </a:xfrm>
          <a:prstGeom prst="rect">
            <a:avLst/>
          </a:prstGeom>
        </p:spPr>
        <p:txBody>
          <a:bodyPr spcFirstLastPara="1" wrap="square" lIns="91425" tIns="91425" rIns="91425" bIns="91425" anchor="b" anchorCtr="0">
            <a:noAutofit/>
          </a:bodyPr>
          <a:lstStyle/>
          <a:p>
            <a:pPr marL="0" lvl="0" indent="0"/>
            <a:r>
              <a:rPr lang="en" dirty="0"/>
              <a:t>“</a:t>
            </a:r>
            <a:r>
              <a:rPr lang="fr-CM" dirty="0"/>
              <a:t>Je veux dire, j'ai tout ce qu'il me faut ici avec moi : j'ai de l'air dans les poumons et quelques feuilles blanches pour travailler.</a:t>
            </a:r>
            <a:r>
              <a:rPr lang="en" dirty="0"/>
              <a:t>”</a:t>
            </a:r>
            <a:endParaRPr dirty="0"/>
          </a:p>
        </p:txBody>
      </p:sp>
      <p:sp>
        <p:nvSpPr>
          <p:cNvPr id="522" name="Google Shape;522;p48"/>
          <p:cNvSpPr txBox="1">
            <a:spLocks noGrp="1"/>
          </p:cNvSpPr>
          <p:nvPr>
            <p:ph type="title"/>
          </p:nvPr>
        </p:nvSpPr>
        <p:spPr>
          <a:xfrm>
            <a:off x="1432500" y="3197700"/>
            <a:ext cx="6279000" cy="5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—Jack dans Titanic</a:t>
            </a:r>
            <a:endParaRPr dirty="0"/>
          </a:p>
        </p:txBody>
      </p:sp>
      <p:pic>
        <p:nvPicPr>
          <p:cNvPr id="523" name="Google Shape;523;p48"/>
          <p:cNvPicPr preferRelativeResize="0"/>
          <p:nvPr/>
        </p:nvPicPr>
        <p:blipFill>
          <a:blip r:embed="rId3">
            <a:alphaModFix/>
          </a:blip>
          <a:stretch>
            <a:fillRect/>
          </a:stretch>
        </p:blipFill>
        <p:spPr>
          <a:xfrm rot="4168533">
            <a:off x="3962678" y="124586"/>
            <a:ext cx="398990" cy="622268"/>
          </a:xfrm>
          <a:prstGeom prst="rect">
            <a:avLst/>
          </a:prstGeom>
          <a:noFill/>
          <a:ln>
            <a:noFill/>
          </a:ln>
          <a:effectLst>
            <a:outerShdw blurRad="57150" dist="19050" dir="5400000" algn="bl" rotWithShape="0">
              <a:srgbClr val="000000">
                <a:alpha val="25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grpSp>
        <p:nvGrpSpPr>
          <p:cNvPr id="648" name="Google Shape;648;p56"/>
          <p:cNvGrpSpPr/>
          <p:nvPr/>
        </p:nvGrpSpPr>
        <p:grpSpPr>
          <a:xfrm>
            <a:off x="6211974" y="1644907"/>
            <a:ext cx="2014168" cy="2414554"/>
            <a:chOff x="6099549" y="1520382"/>
            <a:chExt cx="2014168" cy="2414554"/>
          </a:xfrm>
        </p:grpSpPr>
        <p:pic>
          <p:nvPicPr>
            <p:cNvPr id="649" name="Google Shape;649;p56"/>
            <p:cNvPicPr preferRelativeResize="0"/>
            <p:nvPr/>
          </p:nvPicPr>
          <p:blipFill>
            <a:blip r:embed="rId3">
              <a:alphaModFix/>
            </a:blip>
            <a:stretch>
              <a:fillRect/>
            </a:stretch>
          </p:blipFill>
          <p:spPr>
            <a:xfrm rot="-933982">
              <a:off x="6303475" y="2716478"/>
              <a:ext cx="1706285" cy="1008000"/>
            </a:xfrm>
            <a:prstGeom prst="rect">
              <a:avLst/>
            </a:prstGeom>
            <a:noFill/>
            <a:ln>
              <a:noFill/>
            </a:ln>
            <a:effectLst>
              <a:outerShdw blurRad="57150" dist="19050" dir="5400000" algn="bl" rotWithShape="0">
                <a:srgbClr val="000000">
                  <a:alpha val="25000"/>
                </a:srgbClr>
              </a:outerShdw>
            </a:effectLst>
          </p:spPr>
        </p:pic>
        <p:pic>
          <p:nvPicPr>
            <p:cNvPr id="650" name="Google Shape;650;p56"/>
            <p:cNvPicPr preferRelativeResize="0"/>
            <p:nvPr/>
          </p:nvPicPr>
          <p:blipFill>
            <a:blip r:embed="rId3">
              <a:alphaModFix/>
            </a:blip>
            <a:stretch>
              <a:fillRect/>
            </a:stretch>
          </p:blipFill>
          <p:spPr>
            <a:xfrm rot="-2700004">
              <a:off x="6206051" y="1976028"/>
              <a:ext cx="1706286" cy="1008001"/>
            </a:xfrm>
            <a:prstGeom prst="rect">
              <a:avLst/>
            </a:prstGeom>
            <a:noFill/>
            <a:ln>
              <a:noFill/>
            </a:ln>
            <a:effectLst>
              <a:outerShdw blurRad="57150" dist="19050" dir="5400000" algn="bl" rotWithShape="0">
                <a:srgbClr val="000000">
                  <a:alpha val="25000"/>
                </a:srgbClr>
              </a:outerShdw>
            </a:effectLst>
          </p:spPr>
        </p:pic>
      </p:grpSp>
      <p:sp>
        <p:nvSpPr>
          <p:cNvPr id="651" name="Google Shape;651;p56"/>
          <p:cNvSpPr txBox="1">
            <a:spLocks noGrp="1"/>
          </p:cNvSpPr>
          <p:nvPr>
            <p:ph type="title"/>
          </p:nvPr>
        </p:nvSpPr>
        <p:spPr>
          <a:xfrm>
            <a:off x="238379" y="78666"/>
            <a:ext cx="6345024" cy="67860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 Conclusion/perspectives</a:t>
            </a:r>
            <a:endParaRPr dirty="0"/>
          </a:p>
        </p:txBody>
      </p:sp>
      <p:sp>
        <p:nvSpPr>
          <p:cNvPr id="652" name="Google Shape;652;p56"/>
          <p:cNvSpPr txBox="1">
            <a:spLocks noGrp="1"/>
          </p:cNvSpPr>
          <p:nvPr>
            <p:ph type="subTitle" idx="1"/>
          </p:nvPr>
        </p:nvSpPr>
        <p:spPr>
          <a:xfrm>
            <a:off x="13991" y="1180426"/>
            <a:ext cx="3396900" cy="2286561"/>
          </a:xfrm>
          <a:prstGeom prst="rect">
            <a:avLst/>
          </a:prstGeom>
        </p:spPr>
        <p:txBody>
          <a:bodyPr spcFirstLastPara="1" wrap="square" lIns="91425" tIns="91425" rIns="91425" bIns="91425" anchor="t" anchorCtr="0">
            <a:noAutofit/>
          </a:bodyPr>
          <a:lstStyle/>
          <a:p>
            <a:pPr marL="0" lvl="0" indent="0" algn="just"/>
            <a:r>
              <a:rPr lang="en" dirty="0"/>
              <a:t>Nous avons pu réaliser de bout en bout un projets qui prends des infos de l’historique météo et de capteurs en Ile-de-France  puis en temps réel qui les stocke en Base de donnée puis affiche tout cela de façon ponctuelle ou roulante selon une période choisie et enfin à la suite nous avont pu réaliser la prédiction des 24 prochaines heures en terminant par l’affichage de cette prédiction</a:t>
            </a:r>
            <a:endParaRPr dirty="0"/>
          </a:p>
        </p:txBody>
      </p:sp>
      <p:sp>
        <p:nvSpPr>
          <p:cNvPr id="653" name="Google Shape;653;p56"/>
          <p:cNvSpPr/>
          <p:nvPr/>
        </p:nvSpPr>
        <p:spPr>
          <a:xfrm>
            <a:off x="5271579" y="891931"/>
            <a:ext cx="1664618" cy="3176204"/>
          </a:xfrm>
          <a:custGeom>
            <a:avLst/>
            <a:gdLst/>
            <a:ahLst/>
            <a:cxnLst/>
            <a:rect l="l" t="t" r="r" b="b"/>
            <a:pathLst>
              <a:path w="84552" h="161331" extrusionOk="0">
                <a:moveTo>
                  <a:pt x="1" y="1"/>
                </a:moveTo>
                <a:lnTo>
                  <a:pt x="1" y="161331"/>
                </a:lnTo>
                <a:lnTo>
                  <a:pt x="84551" y="161331"/>
                </a:lnTo>
                <a:lnTo>
                  <a:pt x="845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4" name="Google Shape;654;p56"/>
          <p:cNvGrpSpPr/>
          <p:nvPr/>
        </p:nvGrpSpPr>
        <p:grpSpPr>
          <a:xfrm>
            <a:off x="5199608" y="709411"/>
            <a:ext cx="1834973" cy="3724678"/>
            <a:chOff x="5186401" y="494525"/>
            <a:chExt cx="1834973" cy="3724678"/>
          </a:xfrm>
        </p:grpSpPr>
        <p:sp>
          <p:nvSpPr>
            <p:cNvPr id="655" name="Google Shape;655;p56"/>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56"/>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57" name="Google Shape;657;p56"/>
          <p:cNvPicPr preferRelativeResize="0"/>
          <p:nvPr/>
        </p:nvPicPr>
        <p:blipFill rotWithShape="1">
          <a:blip r:embed="rId4">
            <a:alphaModFix/>
          </a:blip>
          <a:srcRect l="35223" r="35220"/>
          <a:stretch/>
        </p:blipFill>
        <p:spPr>
          <a:xfrm>
            <a:off x="5271588" y="891935"/>
            <a:ext cx="1664599" cy="3176198"/>
          </a:xfrm>
          <a:prstGeom prst="rect">
            <a:avLst/>
          </a:prstGeom>
          <a:noFill/>
          <a:ln>
            <a:noFill/>
          </a:ln>
        </p:spPr>
      </p:pic>
      <p:pic>
        <p:nvPicPr>
          <p:cNvPr id="658" name="Google Shape;658;p56"/>
          <p:cNvPicPr preferRelativeResize="0"/>
          <p:nvPr/>
        </p:nvPicPr>
        <p:blipFill>
          <a:blip r:embed="rId5">
            <a:alphaModFix/>
          </a:blip>
          <a:stretch>
            <a:fillRect/>
          </a:stretch>
        </p:blipFill>
        <p:spPr>
          <a:xfrm rot="4168533">
            <a:off x="2293383" y="284880"/>
            <a:ext cx="398990" cy="622268"/>
          </a:xfrm>
          <a:prstGeom prst="rect">
            <a:avLst/>
          </a:prstGeom>
          <a:noFill/>
          <a:ln>
            <a:noFill/>
          </a:ln>
          <a:effectLst>
            <a:outerShdw blurRad="57150" dist="19050" dir="5400000" algn="bl" rotWithShape="0">
              <a:srgbClr val="000000">
                <a:alpha val="25000"/>
              </a:srgbClr>
            </a:outerShdw>
          </a:effectLst>
        </p:spPr>
      </p:pic>
      <p:sp>
        <p:nvSpPr>
          <p:cNvPr id="2" name="Phylactère : pensées 1">
            <a:extLst>
              <a:ext uri="{FF2B5EF4-FFF2-40B4-BE49-F238E27FC236}">
                <a16:creationId xmlns:a16="http://schemas.microsoft.com/office/drawing/2014/main" id="{8F198161-DEDC-7AA9-AE49-0A8038524E55}"/>
              </a:ext>
            </a:extLst>
          </p:cNvPr>
          <p:cNvSpPr/>
          <p:nvPr/>
        </p:nvSpPr>
        <p:spPr>
          <a:xfrm>
            <a:off x="9550632" y="300096"/>
            <a:ext cx="1620806" cy="1314791"/>
          </a:xfrm>
          <a:prstGeom prst="cloudCallou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M" dirty="0">
                <a:ln>
                  <a:solidFill>
                    <a:schemeClr val="tx1">
                      <a:lumMod val="50000"/>
                    </a:schemeClr>
                  </a:solidFill>
                </a:ln>
                <a:solidFill>
                  <a:sysClr val="windowText" lastClr="000000"/>
                </a:solidFill>
              </a:rPr>
              <a:t>Ça fait du bien</a:t>
            </a:r>
            <a:r>
              <a:rPr lang="fr-CM" dirty="0">
                <a:ln>
                  <a:solidFill>
                    <a:schemeClr val="tx1">
                      <a:lumMod val="50000"/>
                    </a:schemeClr>
                  </a:solidFill>
                </a:ln>
                <a:solidFill>
                  <a:sysClr val="windowText" lastClr="000000"/>
                </a:solidFill>
                <a:highlight>
                  <a:srgbClr val="FFFF00"/>
                </a:highlight>
              </a:rPr>
              <a:t>😊😂</a:t>
            </a:r>
            <a:r>
              <a:rPr lang="fr-CM" dirty="0">
                <a:ln>
                  <a:solidFill>
                    <a:schemeClr val="tx1">
                      <a:lumMod val="50000"/>
                    </a:schemeClr>
                  </a:solidFill>
                </a:ln>
                <a:solidFill>
                  <a:sysClr val="windowText" lastClr="000000"/>
                </a:solidFill>
              </a:rPr>
              <a:t> </a:t>
            </a:r>
          </a:p>
        </p:txBody>
      </p:sp>
      <p:sp>
        <p:nvSpPr>
          <p:cNvPr id="3" name="ZoneTexte 2">
            <a:extLst>
              <a:ext uri="{FF2B5EF4-FFF2-40B4-BE49-F238E27FC236}">
                <a16:creationId xmlns:a16="http://schemas.microsoft.com/office/drawing/2014/main" id="{8822303D-49C6-1091-8368-01039F8F74E5}"/>
              </a:ext>
            </a:extLst>
          </p:cNvPr>
          <p:cNvSpPr txBox="1"/>
          <p:nvPr/>
        </p:nvSpPr>
        <p:spPr>
          <a:xfrm>
            <a:off x="336884" y="3815232"/>
            <a:ext cx="4261884" cy="954107"/>
          </a:xfrm>
          <a:prstGeom prst="rect">
            <a:avLst/>
          </a:prstGeom>
          <a:noFill/>
        </p:spPr>
        <p:txBody>
          <a:bodyPr wrap="square" rtlCol="0">
            <a:spAutoFit/>
          </a:bodyPr>
          <a:lstStyle/>
          <a:p>
            <a:pPr algn="just"/>
            <a:r>
              <a:rPr lang="fr-CM" dirty="0"/>
              <a:t>En perspective nous améliorerons la précision des prédictions, La longueur de la période de prédiction, la convivialité des visualisations. Nous utiliserons un autre algorithme de machine Learning</a:t>
            </a:r>
          </a:p>
        </p:txBody>
      </p:sp>
    </p:spTree>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path" presetSubtype="0" accel="50000" decel="50000" fill="hold" grpId="0" nodeType="withEffect">
                                  <p:stCondLst>
                                    <p:cond delay="0"/>
                                  </p:stCondLst>
                                  <p:childTnLst>
                                    <p:animMotion origin="layout" path="M 3.88889E-6 -1.11111E-6 C 3.88889E-6 -0.03488 -0.04827 -0.06204 -0.10625 -0.06204 C -0.1658 -0.06204 -0.2132 -0.03488 -0.2132 -1.11111E-6 C -0.2132 0.03488 -0.26059 0.06204 -0.32101 0.06204 C -0.379 0.06204 -0.42552 0.03488 -0.42552 -1.11111E-6 " pathEditMode="relative" rAng="0" ptsTypes="AAAAA">
                                      <p:cBhvr>
                                        <p:cTn id="6" dur="2000" fill="hold"/>
                                        <p:tgtEl>
                                          <p:spTgt spid="2"/>
                                        </p:tgtEl>
                                        <p:attrNameLst>
                                          <p:attrName>ppt_x</p:attrName>
                                          <p:attrName>ppt_y</p:attrName>
                                        </p:attrNameLst>
                                      </p:cBhvr>
                                      <p:rCtr x="-2128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grpSp>
        <p:nvGrpSpPr>
          <p:cNvPr id="1183" name="Google Shape;1183;p70"/>
          <p:cNvGrpSpPr/>
          <p:nvPr/>
        </p:nvGrpSpPr>
        <p:grpSpPr>
          <a:xfrm>
            <a:off x="6805399" y="617440"/>
            <a:ext cx="2241184" cy="4342960"/>
            <a:chOff x="6805399" y="617440"/>
            <a:chExt cx="2241184" cy="4342960"/>
          </a:xfrm>
        </p:grpSpPr>
        <p:pic>
          <p:nvPicPr>
            <p:cNvPr id="1184" name="Google Shape;1184;p70"/>
            <p:cNvPicPr preferRelativeResize="0"/>
            <p:nvPr/>
          </p:nvPicPr>
          <p:blipFill>
            <a:blip r:embed="rId3">
              <a:alphaModFix/>
            </a:blip>
            <a:stretch>
              <a:fillRect/>
            </a:stretch>
          </p:blipFill>
          <p:spPr>
            <a:xfrm rot="-3837203" flipH="1">
              <a:off x="7062529" y="3231292"/>
              <a:ext cx="1466142" cy="1487715"/>
            </a:xfrm>
            <a:prstGeom prst="rect">
              <a:avLst/>
            </a:prstGeom>
            <a:noFill/>
            <a:ln>
              <a:noFill/>
            </a:ln>
            <a:effectLst>
              <a:outerShdw blurRad="57150" dist="19050" dir="5400000" algn="bl" rotWithShape="0">
                <a:srgbClr val="000000">
                  <a:alpha val="25000"/>
                </a:srgbClr>
              </a:outerShdw>
            </a:effectLst>
          </p:spPr>
        </p:pic>
        <p:pic>
          <p:nvPicPr>
            <p:cNvPr id="1185" name="Google Shape;1185;p70"/>
            <p:cNvPicPr preferRelativeResize="0"/>
            <p:nvPr/>
          </p:nvPicPr>
          <p:blipFill>
            <a:blip r:embed="rId4">
              <a:alphaModFix/>
            </a:blip>
            <a:stretch>
              <a:fillRect/>
            </a:stretch>
          </p:blipFill>
          <p:spPr>
            <a:xfrm rot="4115103" flipH="1">
              <a:off x="7216789" y="2702963"/>
              <a:ext cx="1538633" cy="1563662"/>
            </a:xfrm>
            <a:prstGeom prst="rect">
              <a:avLst/>
            </a:prstGeom>
            <a:noFill/>
            <a:ln>
              <a:noFill/>
            </a:ln>
            <a:effectLst>
              <a:outerShdw blurRad="57150" dist="19050" dir="5400000" algn="bl" rotWithShape="0">
                <a:srgbClr val="000000">
                  <a:alpha val="25000"/>
                </a:srgbClr>
              </a:outerShdw>
            </a:effectLst>
          </p:spPr>
        </p:pic>
        <p:pic>
          <p:nvPicPr>
            <p:cNvPr id="1186" name="Google Shape;1186;p70"/>
            <p:cNvPicPr preferRelativeResize="0"/>
            <p:nvPr/>
          </p:nvPicPr>
          <p:blipFill>
            <a:blip r:embed="rId5">
              <a:alphaModFix/>
            </a:blip>
            <a:stretch>
              <a:fillRect/>
            </a:stretch>
          </p:blipFill>
          <p:spPr>
            <a:xfrm rot="-1978976">
              <a:off x="7203426" y="1000653"/>
              <a:ext cx="1706284" cy="1008000"/>
            </a:xfrm>
            <a:prstGeom prst="rect">
              <a:avLst/>
            </a:prstGeom>
            <a:noFill/>
            <a:ln>
              <a:noFill/>
            </a:ln>
            <a:effectLst>
              <a:outerShdw blurRad="57150" dist="19050" dir="5400000" algn="bl" rotWithShape="0">
                <a:srgbClr val="000000">
                  <a:alpha val="25000"/>
                </a:srgbClr>
              </a:outerShdw>
            </a:effectLst>
          </p:spPr>
        </p:pic>
      </p:grpSp>
      <p:pic>
        <p:nvPicPr>
          <p:cNvPr id="1187" name="Google Shape;1187;p70"/>
          <p:cNvPicPr preferRelativeResize="0"/>
          <p:nvPr/>
        </p:nvPicPr>
        <p:blipFill>
          <a:blip r:embed="rId6">
            <a:alphaModFix/>
          </a:blip>
          <a:stretch>
            <a:fillRect/>
          </a:stretch>
        </p:blipFill>
        <p:spPr>
          <a:xfrm rot="4168533">
            <a:off x="4628480" y="856991"/>
            <a:ext cx="398990" cy="622268"/>
          </a:xfrm>
          <a:prstGeom prst="rect">
            <a:avLst/>
          </a:prstGeom>
          <a:noFill/>
          <a:ln>
            <a:noFill/>
          </a:ln>
          <a:effectLst>
            <a:outerShdw blurRad="57150" dist="19050" dir="5400000" algn="bl" rotWithShape="0">
              <a:srgbClr val="000000">
                <a:alpha val="25000"/>
              </a:srgbClr>
            </a:outerShdw>
          </a:effectLst>
        </p:spPr>
      </p:pic>
      <p:pic>
        <p:nvPicPr>
          <p:cNvPr id="1188" name="Google Shape;1188;p70"/>
          <p:cNvPicPr preferRelativeResize="0">
            <a:picLocks noGrp="1"/>
          </p:cNvPicPr>
          <p:nvPr>
            <p:ph type="pic" idx="2"/>
          </p:nvPr>
        </p:nvPicPr>
        <p:blipFill rotWithShape="1">
          <a:blip r:embed="rId7">
            <a:alphaModFix/>
          </a:blip>
          <a:srcRect l="23021" r="10331"/>
          <a:stretch/>
        </p:blipFill>
        <p:spPr>
          <a:xfrm>
            <a:off x="5071600" y="971025"/>
            <a:ext cx="3201600" cy="3201600"/>
          </a:xfrm>
          <a:prstGeom prst="ellipse">
            <a:avLst/>
          </a:prstGeom>
        </p:spPr>
      </p:pic>
      <p:sp>
        <p:nvSpPr>
          <p:cNvPr id="1189" name="Google Shape;1189;p70"/>
          <p:cNvSpPr txBox="1">
            <a:spLocks noGrp="1"/>
          </p:cNvSpPr>
          <p:nvPr>
            <p:ph type="title"/>
          </p:nvPr>
        </p:nvSpPr>
        <p:spPr>
          <a:xfrm>
            <a:off x="725224" y="555375"/>
            <a:ext cx="3846900" cy="122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Thanks!</a:t>
            </a:r>
            <a:endParaRPr/>
          </a:p>
        </p:txBody>
      </p:sp>
      <p:sp>
        <p:nvSpPr>
          <p:cNvPr id="1190" name="Google Shape;1190;p70"/>
          <p:cNvSpPr txBox="1">
            <a:spLocks noGrp="1"/>
          </p:cNvSpPr>
          <p:nvPr>
            <p:ph type="subTitle" idx="1"/>
          </p:nvPr>
        </p:nvSpPr>
        <p:spPr>
          <a:xfrm>
            <a:off x="503048" y="2303926"/>
            <a:ext cx="38469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Avez vous des questions?</a:t>
            </a:r>
            <a:endParaRPr b="1" dirty="0"/>
          </a:p>
        </p:txBody>
      </p:sp>
      <p:sp>
        <p:nvSpPr>
          <p:cNvPr id="9" name="Rectangle 8">
            <a:extLst>
              <a:ext uri="{FF2B5EF4-FFF2-40B4-BE49-F238E27FC236}">
                <a16:creationId xmlns:a16="http://schemas.microsoft.com/office/drawing/2014/main" id="{E0496A43-B599-3F97-4A2A-92925097CE81}"/>
              </a:ext>
            </a:extLst>
          </p:cNvPr>
          <p:cNvSpPr/>
          <p:nvPr/>
        </p:nvSpPr>
        <p:spPr>
          <a:xfrm>
            <a:off x="725224" y="3362626"/>
            <a:ext cx="3624724" cy="809999"/>
          </a:xfrm>
          <a:prstGeom prst="rect">
            <a:avLst/>
          </a:prstGeom>
          <a:solidFill>
            <a:srgbClr val="CCE1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M" dirty="0">
              <a:solidFill>
                <a:schemeClr val="tx1">
                  <a:lumMod val="50000"/>
                </a:schemeClr>
              </a:solidFill>
            </a:endParaRPr>
          </a:p>
        </p:txBody>
      </p:sp>
      <p:sp>
        <p:nvSpPr>
          <p:cNvPr id="10" name="Rectangle 9">
            <a:extLst>
              <a:ext uri="{FF2B5EF4-FFF2-40B4-BE49-F238E27FC236}">
                <a16:creationId xmlns:a16="http://schemas.microsoft.com/office/drawing/2014/main" id="{79A05133-BB37-C8CC-DEFB-DFB23C2B4571}"/>
              </a:ext>
            </a:extLst>
          </p:cNvPr>
          <p:cNvSpPr/>
          <p:nvPr/>
        </p:nvSpPr>
        <p:spPr>
          <a:xfrm>
            <a:off x="146920" y="3587700"/>
            <a:ext cx="5588388" cy="584775"/>
          </a:xfrm>
          <a:prstGeom prst="rect">
            <a:avLst/>
          </a:prstGeom>
          <a:noFill/>
        </p:spPr>
        <p:txBody>
          <a:bodyPr wrap="none" lIns="91440" tIns="45720" rIns="91440" bIns="45720">
            <a:spAutoFit/>
          </a:bodyPr>
          <a:lstStyle/>
          <a:p>
            <a:pPr algn="ctr"/>
            <a:r>
              <a:rPr lang="fr-CM" sz="1600" b="1" cap="none" spc="0" dirty="0">
                <a:ln w="6600">
                  <a:solidFill>
                    <a:schemeClr val="accent2"/>
                  </a:solidFill>
                  <a:prstDash val="solid"/>
                </a:ln>
                <a:solidFill>
                  <a:srgbClr val="FFFFFF"/>
                </a:solidFill>
                <a:effectLst>
                  <a:glow rad="139700">
                    <a:schemeClr val="accent1">
                      <a:satMod val="175000"/>
                      <a:alpha val="40000"/>
                    </a:schemeClr>
                  </a:glow>
                  <a:outerShdw dist="38100" dir="2700000" algn="tl" rotWithShape="0">
                    <a:schemeClr val="accent2"/>
                  </a:outerShdw>
                </a:effectLst>
              </a:rPr>
              <a:t>Quand vous respirerez aujourd'hui, </a:t>
            </a:r>
            <a:br>
              <a:rPr lang="fr-CM" sz="1600" b="1" cap="none" spc="0" dirty="0">
                <a:ln w="6600">
                  <a:solidFill>
                    <a:schemeClr val="accent2"/>
                  </a:solidFill>
                  <a:prstDash val="solid"/>
                </a:ln>
                <a:solidFill>
                  <a:srgbClr val="FFFFFF"/>
                </a:solidFill>
                <a:effectLst>
                  <a:glow rad="139700">
                    <a:schemeClr val="accent1">
                      <a:satMod val="175000"/>
                      <a:alpha val="40000"/>
                    </a:schemeClr>
                  </a:glow>
                  <a:outerShdw dist="38100" dir="2700000" algn="tl" rotWithShape="0">
                    <a:schemeClr val="accent2"/>
                  </a:outerShdw>
                </a:effectLst>
              </a:rPr>
            </a:br>
            <a:r>
              <a:rPr lang="fr-CM" sz="1600" b="1" cap="none" spc="0" dirty="0">
                <a:ln w="6600">
                  <a:solidFill>
                    <a:schemeClr val="accent2"/>
                  </a:solidFill>
                  <a:prstDash val="solid"/>
                </a:ln>
                <a:solidFill>
                  <a:srgbClr val="FFFFFF"/>
                </a:solidFill>
                <a:effectLst>
                  <a:glow rad="139700">
                    <a:schemeClr val="accent1">
                      <a:satMod val="175000"/>
                      <a:alpha val="40000"/>
                    </a:schemeClr>
                  </a:glow>
                  <a:outerShdw dist="38100" dir="2700000" algn="tl" rotWithShape="0">
                    <a:schemeClr val="accent2"/>
                  </a:outerShdw>
                </a:effectLst>
              </a:rPr>
              <a:t>vous saurez à quel point vous avez un cadeau précieux</a:t>
            </a: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188"/>
                                        </p:tgtEl>
                                        <p:attrNameLst>
                                          <p:attrName>style.visibility</p:attrName>
                                        </p:attrNameLst>
                                      </p:cBhvr>
                                      <p:to>
                                        <p:strVal val="visible"/>
                                      </p:to>
                                    </p:set>
                                    <p:anim calcmode="lin" valueType="num">
                                      <p:cBhvr additive="base">
                                        <p:cTn id="7" dur="500" fill="hold"/>
                                        <p:tgtEl>
                                          <p:spTgt spid="1188"/>
                                        </p:tgtEl>
                                        <p:attrNameLst>
                                          <p:attrName>ppt_x</p:attrName>
                                        </p:attrNameLst>
                                      </p:cBhvr>
                                      <p:tavLst>
                                        <p:tav tm="0">
                                          <p:val>
                                            <p:strVal val="#ppt_x"/>
                                          </p:val>
                                        </p:tav>
                                        <p:tav tm="100000">
                                          <p:val>
                                            <p:strVal val="#ppt_x"/>
                                          </p:val>
                                        </p:tav>
                                      </p:tavLst>
                                    </p:anim>
                                    <p:anim calcmode="lin" valueType="num">
                                      <p:cBhvr additive="base">
                                        <p:cTn id="8" dur="500" fill="hold"/>
                                        <p:tgtEl>
                                          <p:spTgt spid="11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7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Resources</a:t>
            </a:r>
            <a:endParaRPr/>
          </a:p>
        </p:txBody>
      </p:sp>
      <p:sp>
        <p:nvSpPr>
          <p:cNvPr id="1214" name="Google Shape;1214;p72"/>
          <p:cNvSpPr txBox="1">
            <a:spLocks noGrp="1"/>
          </p:cNvSpPr>
          <p:nvPr>
            <p:ph type="body" idx="1"/>
          </p:nvPr>
        </p:nvSpPr>
        <p:spPr>
          <a:xfrm>
            <a:off x="2412323" y="1310275"/>
            <a:ext cx="3852000" cy="3388200"/>
          </a:xfrm>
          <a:prstGeom prst="rect">
            <a:avLst/>
          </a:prstGeom>
        </p:spPr>
        <p:txBody>
          <a:bodyPr spcFirstLastPara="1" wrap="square" lIns="91425" tIns="91425" rIns="91425" bIns="91425" anchor="t" anchorCtr="0">
            <a:noAutofit/>
          </a:bodyPr>
          <a:lstStyle/>
          <a:p>
            <a:pPr>
              <a:spcBef>
                <a:spcPts val="800"/>
              </a:spcBef>
              <a:buFont typeface="Hind Madurai"/>
              <a:buChar char="●"/>
            </a:pPr>
            <a:r>
              <a:rPr lang="fr-CM" u="sng" dirty="0"/>
              <a:t>Nos </a:t>
            </a:r>
            <a:r>
              <a:rPr lang="fr-CM" u="sng" dirty="0" err="1"/>
              <a:t>conaissances</a:t>
            </a:r>
            <a:r>
              <a:rPr lang="fr-CM" u="sng" dirty="0"/>
              <a:t> </a:t>
            </a:r>
          </a:p>
          <a:p>
            <a:pPr marL="457200" lvl="0" indent="-317500" algn="l" rtl="0">
              <a:lnSpc>
                <a:spcPct val="100000"/>
              </a:lnSpc>
              <a:spcBef>
                <a:spcPts val="800"/>
              </a:spcBef>
              <a:spcAft>
                <a:spcPts val="0"/>
              </a:spcAft>
              <a:buSzPts val="1400"/>
              <a:buFont typeface="Hind Madurai"/>
              <a:buChar char="●"/>
            </a:pPr>
            <a:r>
              <a:rPr lang="fr-CM" u="sng" dirty="0" err="1"/>
              <a:t>Aqi</a:t>
            </a:r>
            <a:r>
              <a:rPr lang="fr-CM" u="sng" dirty="0"/>
              <a:t> </a:t>
            </a:r>
            <a:r>
              <a:rPr lang="fr-CM" u="sng" dirty="0" err="1"/>
              <a:t>meters</a:t>
            </a:r>
            <a:endParaRPr dirty="0"/>
          </a:p>
          <a:p>
            <a:pPr marL="457200" lvl="0" indent="-317500" algn="l" rtl="0">
              <a:lnSpc>
                <a:spcPct val="100000"/>
              </a:lnSpc>
              <a:spcBef>
                <a:spcPts val="0"/>
              </a:spcBef>
              <a:spcAft>
                <a:spcPts val="0"/>
              </a:spcAft>
              <a:buSzPts val="1400"/>
              <a:buFont typeface="Hind Madurai"/>
              <a:buChar char="●"/>
            </a:pPr>
            <a:r>
              <a:rPr lang="fr-CM" u="sng" dirty="0"/>
              <a:t>Open </a:t>
            </a:r>
            <a:r>
              <a:rPr lang="fr-CM" u="sng" dirty="0" err="1"/>
              <a:t>meteo</a:t>
            </a:r>
            <a:endParaRPr dirty="0"/>
          </a:p>
          <a:p>
            <a:pPr marL="457200" lvl="0" indent="-317500" algn="l" rtl="0">
              <a:lnSpc>
                <a:spcPct val="100000"/>
              </a:lnSpc>
              <a:spcBef>
                <a:spcPts val="0"/>
              </a:spcBef>
              <a:spcAft>
                <a:spcPts val="0"/>
              </a:spcAft>
              <a:buSzPts val="1400"/>
              <a:buFont typeface="Hind Madurai"/>
              <a:buChar char="●"/>
            </a:pPr>
            <a:r>
              <a:rPr lang="fr-CM" u="sng" dirty="0" err="1"/>
              <a:t>claude</a:t>
            </a:r>
            <a:endParaRPr dirty="0"/>
          </a:p>
          <a:p>
            <a:pPr marL="457200" lvl="0" indent="-317500" algn="l" rtl="0">
              <a:lnSpc>
                <a:spcPct val="100000"/>
              </a:lnSpc>
              <a:spcBef>
                <a:spcPts val="800"/>
              </a:spcBef>
              <a:spcAft>
                <a:spcPts val="0"/>
              </a:spcAft>
              <a:buSzPts val="1400"/>
              <a:buFont typeface="Hind Madurai"/>
              <a:buChar char="●"/>
            </a:pPr>
            <a:r>
              <a:rPr lang="fr-CM" u="sng" dirty="0" err="1"/>
              <a:t>Chatgpt</a:t>
            </a:r>
            <a:endParaRPr dirty="0"/>
          </a:p>
          <a:p>
            <a:pPr marL="457200" lvl="0" indent="-317500" algn="l" rtl="0">
              <a:lnSpc>
                <a:spcPct val="100000"/>
              </a:lnSpc>
              <a:spcBef>
                <a:spcPts val="0"/>
              </a:spcBef>
              <a:spcAft>
                <a:spcPts val="0"/>
              </a:spcAft>
              <a:buSzPts val="1400"/>
              <a:buFont typeface="Hind Madurai"/>
              <a:buChar char="●"/>
            </a:pPr>
            <a:r>
              <a:rPr lang="fr-CM" u="sng" dirty="0"/>
              <a:t>Google AI</a:t>
            </a:r>
            <a:endParaRPr sz="1300" b="1" dirty="0">
              <a:highlight>
                <a:srgbClr val="FFFFFF"/>
              </a:highlight>
              <a:latin typeface="Inter"/>
              <a:ea typeface="Inter"/>
              <a:cs typeface="Inter"/>
              <a:sym typeface="Inter"/>
            </a:endParaRPr>
          </a:p>
          <a:p>
            <a:pPr marL="457200" lvl="0" indent="-317500" algn="l" rtl="0">
              <a:spcBef>
                <a:spcPts val="0"/>
              </a:spcBef>
              <a:spcAft>
                <a:spcPts val="0"/>
              </a:spcAft>
              <a:buSzPts val="1400"/>
              <a:buFont typeface="Hind Madurai Light"/>
              <a:buChar char="●"/>
            </a:pPr>
            <a:r>
              <a:rPr lang="fr-CM" u="sng" dirty="0"/>
              <a:t>Google Workspace</a:t>
            </a:r>
            <a:endParaRPr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86C40C-92F4-9B8A-E0E2-1B0DD5E59688}"/>
              </a:ext>
            </a:extLst>
          </p:cNvPr>
          <p:cNvSpPr>
            <a:spLocks noGrp="1"/>
          </p:cNvSpPr>
          <p:nvPr>
            <p:ph type="title"/>
          </p:nvPr>
        </p:nvSpPr>
        <p:spPr>
          <a:xfrm>
            <a:off x="720000" y="445025"/>
            <a:ext cx="8147274" cy="572700"/>
          </a:xfrm>
        </p:spPr>
        <p:txBody>
          <a:bodyPr/>
          <a:lstStyle/>
          <a:p>
            <a:r>
              <a:rPr lang="fr-CM" dirty="0"/>
              <a:t>Bonus : streaming serveur distant</a:t>
            </a:r>
          </a:p>
        </p:txBody>
      </p:sp>
      <p:pic>
        <p:nvPicPr>
          <p:cNvPr id="17" name="Image 16">
            <a:extLst>
              <a:ext uri="{FF2B5EF4-FFF2-40B4-BE49-F238E27FC236}">
                <a16:creationId xmlns:a16="http://schemas.microsoft.com/office/drawing/2014/main" id="{8339ECFF-8E02-7E50-6B6D-DABDDB9459B5}"/>
              </a:ext>
            </a:extLst>
          </p:cNvPr>
          <p:cNvPicPr>
            <a:picLocks noChangeAspect="1"/>
          </p:cNvPicPr>
          <p:nvPr/>
        </p:nvPicPr>
        <p:blipFill>
          <a:blip r:embed="rId2"/>
          <a:stretch>
            <a:fillRect/>
          </a:stretch>
        </p:blipFill>
        <p:spPr>
          <a:xfrm>
            <a:off x="4764504" y="2956455"/>
            <a:ext cx="4379496" cy="2187045"/>
          </a:xfrm>
          <a:prstGeom prst="rect">
            <a:avLst/>
          </a:prstGeom>
        </p:spPr>
      </p:pic>
      <p:pic>
        <p:nvPicPr>
          <p:cNvPr id="19" name="Image 18">
            <a:extLst>
              <a:ext uri="{FF2B5EF4-FFF2-40B4-BE49-F238E27FC236}">
                <a16:creationId xmlns:a16="http://schemas.microsoft.com/office/drawing/2014/main" id="{9602B542-7D8B-B2E4-6452-6B733054871C}"/>
              </a:ext>
            </a:extLst>
          </p:cNvPr>
          <p:cNvPicPr>
            <a:picLocks noChangeAspect="1"/>
          </p:cNvPicPr>
          <p:nvPr/>
        </p:nvPicPr>
        <p:blipFill>
          <a:blip r:embed="rId3"/>
          <a:stretch>
            <a:fillRect/>
          </a:stretch>
        </p:blipFill>
        <p:spPr>
          <a:xfrm>
            <a:off x="0" y="2956456"/>
            <a:ext cx="4764505" cy="2187044"/>
          </a:xfrm>
          <a:prstGeom prst="rect">
            <a:avLst/>
          </a:prstGeom>
        </p:spPr>
      </p:pic>
      <p:pic>
        <p:nvPicPr>
          <p:cNvPr id="21" name="Image 20">
            <a:extLst>
              <a:ext uri="{FF2B5EF4-FFF2-40B4-BE49-F238E27FC236}">
                <a16:creationId xmlns:a16="http://schemas.microsoft.com/office/drawing/2014/main" id="{7D9E5570-1909-AA03-2714-B4709491E03B}"/>
              </a:ext>
            </a:extLst>
          </p:cNvPr>
          <p:cNvPicPr>
            <a:picLocks noChangeAspect="1"/>
          </p:cNvPicPr>
          <p:nvPr/>
        </p:nvPicPr>
        <p:blipFill>
          <a:blip r:embed="rId4"/>
          <a:stretch>
            <a:fillRect/>
          </a:stretch>
        </p:blipFill>
        <p:spPr>
          <a:xfrm>
            <a:off x="-1" y="1017724"/>
            <a:ext cx="4764505" cy="1938731"/>
          </a:xfrm>
          <a:prstGeom prst="rect">
            <a:avLst/>
          </a:prstGeom>
        </p:spPr>
      </p:pic>
    </p:spTree>
    <p:extLst>
      <p:ext uri="{BB962C8B-B14F-4D97-AF65-F5344CB8AC3E}">
        <p14:creationId xmlns:p14="http://schemas.microsoft.com/office/powerpoint/2010/main" val="371787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randombar(horizontal)">
                                      <p:cBhvr>
                                        <p:cTn id="7" dur="500"/>
                                        <p:tgtEl>
                                          <p:spTgt spid="21"/>
                                        </p:tgtEl>
                                      </p:cBhvr>
                                    </p:animEffect>
                                  </p:childTnLst>
                                </p:cTn>
                              </p:par>
                              <p:par>
                                <p:cTn id="8" presetID="14" presetClass="entr" presetSubtype="1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randombar(horizontal)">
                                      <p:cBhvr>
                                        <p:cTn id="10" dur="500"/>
                                        <p:tgtEl>
                                          <p:spTgt spid="19"/>
                                        </p:tgtEl>
                                      </p:cBhvr>
                                    </p:animEffect>
                                  </p:childTnLst>
                                </p:cTn>
                              </p:par>
                              <p:par>
                                <p:cTn id="11" presetID="14" presetClass="entr" presetSubtype="1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randombar(horizontal)">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99C16-4846-987B-500C-547963C56DC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BA6866-1B14-98B0-4E67-42FFE9525C49}"/>
              </a:ext>
            </a:extLst>
          </p:cNvPr>
          <p:cNvSpPr>
            <a:spLocks noGrp="1"/>
          </p:cNvSpPr>
          <p:nvPr>
            <p:ph type="title"/>
          </p:nvPr>
        </p:nvSpPr>
        <p:spPr>
          <a:xfrm>
            <a:off x="720000" y="445025"/>
            <a:ext cx="8147274" cy="572700"/>
          </a:xfrm>
        </p:spPr>
        <p:txBody>
          <a:bodyPr/>
          <a:lstStyle/>
          <a:p>
            <a:r>
              <a:rPr lang="fr-CM" dirty="0"/>
              <a:t>Bonus : streaming serveur distant</a:t>
            </a:r>
          </a:p>
        </p:txBody>
      </p:sp>
      <p:pic>
        <p:nvPicPr>
          <p:cNvPr id="4" name="Image 3">
            <a:extLst>
              <a:ext uri="{FF2B5EF4-FFF2-40B4-BE49-F238E27FC236}">
                <a16:creationId xmlns:a16="http://schemas.microsoft.com/office/drawing/2014/main" id="{588088E0-EBE0-8E5C-4151-59560E3908B2}"/>
              </a:ext>
            </a:extLst>
          </p:cNvPr>
          <p:cNvPicPr>
            <a:picLocks noChangeAspect="1"/>
          </p:cNvPicPr>
          <p:nvPr/>
        </p:nvPicPr>
        <p:blipFill>
          <a:blip r:embed="rId2"/>
          <a:stretch>
            <a:fillRect/>
          </a:stretch>
        </p:blipFill>
        <p:spPr>
          <a:xfrm>
            <a:off x="0" y="1138041"/>
            <a:ext cx="4550051" cy="2014233"/>
          </a:xfrm>
          <a:prstGeom prst="rect">
            <a:avLst/>
          </a:prstGeom>
        </p:spPr>
      </p:pic>
      <p:pic>
        <p:nvPicPr>
          <p:cNvPr id="6" name="Image 5">
            <a:extLst>
              <a:ext uri="{FF2B5EF4-FFF2-40B4-BE49-F238E27FC236}">
                <a16:creationId xmlns:a16="http://schemas.microsoft.com/office/drawing/2014/main" id="{85763DF8-EB14-8D58-966E-2B3EC481D0D3}"/>
              </a:ext>
            </a:extLst>
          </p:cNvPr>
          <p:cNvPicPr>
            <a:picLocks noChangeAspect="1"/>
          </p:cNvPicPr>
          <p:nvPr/>
        </p:nvPicPr>
        <p:blipFill>
          <a:blip r:embed="rId3"/>
          <a:stretch>
            <a:fillRect/>
          </a:stretch>
        </p:blipFill>
        <p:spPr>
          <a:xfrm>
            <a:off x="4764504" y="2680032"/>
            <a:ext cx="4379496" cy="2463467"/>
          </a:xfrm>
          <a:prstGeom prst="rect">
            <a:avLst/>
          </a:prstGeom>
        </p:spPr>
      </p:pic>
    </p:spTree>
    <p:extLst>
      <p:ext uri="{BB962C8B-B14F-4D97-AF65-F5344CB8AC3E}">
        <p14:creationId xmlns:p14="http://schemas.microsoft.com/office/powerpoint/2010/main" val="10255045"/>
      </p:ext>
    </p:extLst>
  </p:cSld>
  <p:clrMapOvr>
    <a:masterClrMapping/>
  </p:clrMapOvr>
</p:sld>
</file>

<file path=ppt/theme/theme1.xml><?xml version="1.0" encoding="utf-8"?>
<a:theme xmlns:a="http://schemas.openxmlformats.org/drawingml/2006/main" name="Air Quality Index (AQI) by Slidesgo">
  <a:themeElements>
    <a:clrScheme name="Simple Light">
      <a:dk1>
        <a:srgbClr val="333333"/>
      </a:dk1>
      <a:lt1>
        <a:srgbClr val="FFFFFF"/>
      </a:lt1>
      <a:dk2>
        <a:srgbClr val="D1E4F6"/>
      </a:dk2>
      <a:lt2>
        <a:srgbClr val="8CC4FF"/>
      </a:lt2>
      <a:accent1>
        <a:srgbClr val="4F88FA"/>
      </a:accent1>
      <a:accent2>
        <a:srgbClr val="8DBE3B"/>
      </a:accent2>
      <a:accent3>
        <a:srgbClr val="668F39"/>
      </a:accent3>
      <a:accent4>
        <a:srgbClr val="FFFFFF"/>
      </a:accent4>
      <a:accent5>
        <a:srgbClr val="FFFFFF"/>
      </a:accent5>
      <a:accent6>
        <a:srgbClr val="FFFFFF"/>
      </a:accent6>
      <a:hlink>
        <a:srgbClr val="333333"/>
      </a:hlink>
      <a:folHlink>
        <a:srgbClr val="0097A7"/>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556</TotalTime>
  <Words>771</Words>
  <Application>Microsoft Office PowerPoint</Application>
  <PresentationFormat>Affichage à l'écran (16:9)</PresentationFormat>
  <Paragraphs>101</Paragraphs>
  <Slides>24</Slides>
  <Notes>15</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24</vt:i4>
      </vt:variant>
    </vt:vector>
  </HeadingPairs>
  <TitlesOfParts>
    <vt:vector size="33" baseType="lpstr">
      <vt:lpstr>Bebas Neue</vt:lpstr>
      <vt:lpstr>Kumbh Sans</vt:lpstr>
      <vt:lpstr>Hind Madurai</vt:lpstr>
      <vt:lpstr>Nunito Light</vt:lpstr>
      <vt:lpstr>Arial</vt:lpstr>
      <vt:lpstr>Inter</vt:lpstr>
      <vt:lpstr>Hind Madurai Light</vt:lpstr>
      <vt:lpstr>Anaheim</vt:lpstr>
      <vt:lpstr>Air Quality Index (AQI) by Slidesgo</vt:lpstr>
      <vt:lpstr>Air Quality Index (AQI)</vt:lpstr>
      <vt:lpstr>Pourquoi s’intéresser à l’étude de l’aqi</vt:lpstr>
      <vt:lpstr>Table des matières</vt:lpstr>
      <vt:lpstr>Ahhh!</vt:lpstr>
      <vt:lpstr>Introduction</vt:lpstr>
      <vt:lpstr>Introduction</vt:lpstr>
      <vt:lpstr>Les composants de l’AQI</vt:lpstr>
      <vt:lpstr>Venez par ici!</vt:lpstr>
      <vt:lpstr>Architechture</vt:lpstr>
      <vt:lpstr>Backend</vt:lpstr>
      <vt:lpstr>03 connexion à Openmeteo</vt:lpstr>
      <vt:lpstr>03 Importation des données</vt:lpstr>
      <vt:lpstr>03 Importation des données</vt:lpstr>
      <vt:lpstr>03 Importation temps réel</vt:lpstr>
      <vt:lpstr>04 Prédiction</vt:lpstr>
      <vt:lpstr>04 Prédiction</vt:lpstr>
      <vt:lpstr>04 Power Bi</vt:lpstr>
      <vt:lpstr>Air Quality Index</vt:lpstr>
      <vt:lpstr>—Jack dans Titanic</vt:lpstr>
      <vt:lpstr>05 Conclusion/perspectives</vt:lpstr>
      <vt:lpstr>Thanks!</vt:lpstr>
      <vt:lpstr>Resources</vt:lpstr>
      <vt:lpstr>Bonus : streaming serveur distant</vt:lpstr>
      <vt:lpstr>Bonus : streaming serveur distant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urich celisse</cp:lastModifiedBy>
  <cp:revision>8</cp:revision>
  <dcterms:modified xsi:type="dcterms:W3CDTF">2026-10-20T23:03:46Z</dcterms:modified>
</cp:coreProperties>
</file>